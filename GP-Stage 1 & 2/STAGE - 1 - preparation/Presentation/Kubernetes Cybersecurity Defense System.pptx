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96" r:id="rId6"/>
    <p:sldId id="297" r:id="rId7"/>
    <p:sldId id="258" r:id="rId8"/>
    <p:sldId id="261" r:id="rId9"/>
    <p:sldId id="300" r:id="rId10"/>
    <p:sldId id="305" r:id="rId11"/>
    <p:sldId id="288" r:id="rId12"/>
    <p:sldId id="306" r:id="rId13"/>
    <p:sldId id="287" r:id="rId14"/>
    <p:sldId id="289" r:id="rId15"/>
    <p:sldId id="301" r:id="rId16"/>
    <p:sldId id="295" r:id="rId17"/>
    <p:sldId id="290" r:id="rId18"/>
    <p:sldId id="291" r:id="rId19"/>
    <p:sldId id="292" r:id="rId20"/>
    <p:sldId id="3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5AC"/>
    <a:srgbClr val="1B6872"/>
    <a:srgbClr val="0C4360"/>
    <a:srgbClr val="002136"/>
    <a:srgbClr val="103350"/>
    <a:srgbClr val="63B7C6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25" autoAdjust="0"/>
  </p:normalViewPr>
  <p:slideViewPr>
    <p:cSldViewPr snapToGrid="0">
      <p:cViewPr varScale="1">
        <p:scale>
          <a:sx n="64" d="100"/>
          <a:sy n="64" d="100"/>
        </p:scale>
        <p:origin x="9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000" b="1" dirty="0">
              <a:latin typeface="Rockwell Nova Light" panose="02060303020205020403" pitchFamily="18" charset="0"/>
            </a:rPr>
            <a:t>Seif Yasser</a:t>
          </a: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000" b="1" dirty="0">
              <a:latin typeface="Rockwell Nova Light" panose="02060303020205020403" pitchFamily="18" charset="0"/>
            </a:rPr>
            <a:t>Mohannad Sabry</a:t>
          </a:r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NeighborY="62157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000" b="1" dirty="0">
              <a:latin typeface="Rockwell Nova Light" panose="02060303020205020403" pitchFamily="18" charset="0"/>
            </a:rPr>
            <a:t>Mohamed</a:t>
          </a:r>
          <a:r>
            <a:rPr lang="en-US" sz="1900" b="1" dirty="0">
              <a:latin typeface="Rockwell Nova Light" panose="02060303020205020403" pitchFamily="18" charset="0"/>
            </a:rPr>
            <a:t> Hassan</a:t>
          </a: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NeighborY="58269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000" b="1" dirty="0" err="1">
              <a:latin typeface="Rockwell Nova Light" panose="02060303020205020403" pitchFamily="18" charset="0"/>
            </a:rPr>
            <a:t>Shimaa</a:t>
          </a:r>
          <a:r>
            <a:rPr lang="en-US" sz="2000" b="1" dirty="0">
              <a:latin typeface="Rockwell Nova Light" panose="02060303020205020403" pitchFamily="18" charset="0"/>
            </a:rPr>
            <a:t> Rabia</a:t>
          </a: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NeighborY="818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000" b="1" dirty="0">
              <a:latin typeface="Rockwell Nova Light" panose="02060303020205020403" pitchFamily="18" charset="0"/>
            </a:rPr>
            <a:t>Ziad Hafez </a:t>
          </a: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Y="46370" custLinFactNeighborY="100000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000" b="1" dirty="0">
              <a:latin typeface="Rockwell Nova Light" panose="02060303020205020403" pitchFamily="18" charset="0"/>
            </a:rPr>
            <a:t>Loai Ahmed </a:t>
          </a: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NeighborX="12121" custLinFactNeighborY="818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3200" b="1" dirty="0">
              <a:latin typeface="Rockwell Nova Light" panose="02060303020205020403" pitchFamily="18" charset="0"/>
            </a:rPr>
            <a:t>Our Team </a:t>
          </a: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 sz="3200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 sz="3200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NeighborX="-621" custLinFactNeighborY="388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400" b="1" dirty="0">
              <a:latin typeface="Rockwell Nova Light" panose="02060303020205020403" pitchFamily="18" charset="0"/>
            </a:rPr>
            <a:t>T.A. Abdelrahman Ali</a:t>
          </a:r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Y="224756" custLinFactNeighborX="57861" custLinFactNeighborY="300000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2400" b="1" dirty="0">
              <a:latin typeface="Rockwell Nova Light" panose="02060303020205020403" pitchFamily="18" charset="0"/>
            </a:rPr>
            <a:t>Dr. Mervat Al-</a:t>
          </a:r>
          <a:r>
            <a:rPr lang="en-US" sz="2400" b="1" dirty="0" err="1">
              <a:latin typeface="Rockwell Nova Light" panose="02060303020205020403" pitchFamily="18" charset="0"/>
            </a:rPr>
            <a:t>Qutt</a:t>
          </a:r>
          <a:endParaRPr lang="en-US" sz="2400" b="1" dirty="0">
            <a:latin typeface="Rockwell Nova Light" panose="02060303020205020403" pitchFamily="18" charset="0"/>
          </a:endParaRP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NeighborX="-2318" custLinFactNeighborY="-27143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E20B8E5-633E-4F77-BBD1-83DA5526A27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93D29-81AF-4384-BEE0-9C4F55C51DB8}">
      <dgm:prSet custT="1"/>
      <dgm:spPr/>
      <dgm:t>
        <a:bodyPr/>
        <a:lstStyle/>
        <a:p>
          <a:pPr algn="ctr"/>
          <a:r>
            <a:rPr lang="en-US" sz="3200" b="1" dirty="0">
              <a:latin typeface="Rockwell Nova Light" panose="02060303020205020403" pitchFamily="18" charset="0"/>
            </a:rPr>
            <a:t>Supervisors</a:t>
          </a:r>
        </a:p>
      </dgm:t>
    </dgm:pt>
    <dgm:pt modelId="{2D7F8DDE-8CCB-43C5-B6BE-B16127B72996}" type="parTrans" cxnId="{2794E437-41D9-427B-8EF9-1149B34E4890}">
      <dgm:prSet/>
      <dgm:spPr/>
      <dgm:t>
        <a:bodyPr/>
        <a:lstStyle/>
        <a:p>
          <a:endParaRPr lang="en-US"/>
        </a:p>
      </dgm:t>
    </dgm:pt>
    <dgm:pt modelId="{1C5B4B2B-48D6-4623-85A9-84FC445ACB08}" type="sibTrans" cxnId="{2794E437-41D9-427B-8EF9-1149B34E4890}">
      <dgm:prSet/>
      <dgm:spPr/>
      <dgm:t>
        <a:bodyPr/>
        <a:lstStyle/>
        <a:p>
          <a:endParaRPr lang="en-US"/>
        </a:p>
      </dgm:t>
    </dgm:pt>
    <dgm:pt modelId="{BBC426DB-63FB-4883-BDE0-E10356426C89}" type="pres">
      <dgm:prSet presAssocID="{FE20B8E5-633E-4F77-BBD1-83DA5526A27F}" presName="linear" presStyleCnt="0">
        <dgm:presLayoutVars>
          <dgm:animLvl val="lvl"/>
          <dgm:resizeHandles val="exact"/>
        </dgm:presLayoutVars>
      </dgm:prSet>
      <dgm:spPr/>
    </dgm:pt>
    <dgm:pt modelId="{FAE9424D-8796-41F4-9E24-931E9929A48C}" type="pres">
      <dgm:prSet presAssocID="{83893D29-81AF-4384-BEE0-9C4F55C51DB8}" presName="parentText" presStyleLbl="node1" presStyleIdx="0" presStyleCnt="1" custLinFactNeighborX="-598" custLinFactNeighborY="-825">
        <dgm:presLayoutVars>
          <dgm:chMax val="0"/>
          <dgm:bulletEnabled val="1"/>
        </dgm:presLayoutVars>
      </dgm:prSet>
      <dgm:spPr/>
    </dgm:pt>
  </dgm:ptLst>
  <dgm:cxnLst>
    <dgm:cxn modelId="{2794E437-41D9-427B-8EF9-1149B34E4890}" srcId="{FE20B8E5-633E-4F77-BBD1-83DA5526A27F}" destId="{83893D29-81AF-4384-BEE0-9C4F55C51DB8}" srcOrd="0" destOrd="0" parTransId="{2D7F8DDE-8CCB-43C5-B6BE-B16127B72996}" sibTransId="{1C5B4B2B-48D6-4623-85A9-84FC445ACB08}"/>
    <dgm:cxn modelId="{8ECDEF6A-C42E-425D-B603-1887D3424FE6}" type="presOf" srcId="{FE20B8E5-633E-4F77-BBD1-83DA5526A27F}" destId="{BBC426DB-63FB-4883-BDE0-E10356426C89}" srcOrd="0" destOrd="0" presId="urn:microsoft.com/office/officeart/2005/8/layout/vList2"/>
    <dgm:cxn modelId="{180956C3-40EF-4960-9AE5-6581CAA9DFE0}" type="presOf" srcId="{83893D29-81AF-4384-BEE0-9C4F55C51DB8}" destId="{FAE9424D-8796-41F4-9E24-931E9929A48C}" srcOrd="0" destOrd="0" presId="urn:microsoft.com/office/officeart/2005/8/layout/vList2"/>
    <dgm:cxn modelId="{0BEDAA5D-1773-4412-9BE6-59BC9D62A34E}" type="presParOf" srcId="{BBC426DB-63FB-4883-BDE0-E10356426C89}" destId="{FAE9424D-8796-41F4-9E24-931E9929A4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C4562D5-5676-4EBF-B031-2569A06CA7DC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DDBBB9-58B4-4B96-80D7-DC0BA33DFC84}">
      <dgm:prSet custT="1"/>
      <dgm:spPr/>
      <dgm:t>
        <a:bodyPr/>
        <a:lstStyle/>
        <a:p>
          <a:pPr algn="ctr"/>
          <a:r>
            <a:rPr lang="en-US" sz="3600" b="1" baseline="0" dirty="0">
              <a:latin typeface="Rockwell Nova Light" panose="02060303020205020403" pitchFamily="18" charset="0"/>
            </a:rPr>
            <a:t>Agenda</a:t>
          </a:r>
          <a:endParaRPr lang="en-US" sz="3600" dirty="0">
            <a:latin typeface="Rockwell Nova Light" panose="02060303020205020403" pitchFamily="18" charset="0"/>
          </a:endParaRPr>
        </a:p>
      </dgm:t>
    </dgm:pt>
    <dgm:pt modelId="{E8088A99-6027-45BA-ABA2-FFDD315E4C5A}" type="parTrans" cxnId="{62F716E4-EB40-41DF-AFDD-7CCE07A1C93A}">
      <dgm:prSet/>
      <dgm:spPr/>
      <dgm:t>
        <a:bodyPr/>
        <a:lstStyle/>
        <a:p>
          <a:endParaRPr lang="en-US"/>
        </a:p>
      </dgm:t>
    </dgm:pt>
    <dgm:pt modelId="{ABFA8985-0C78-49B7-81F8-D205C81FE3BA}" type="sibTrans" cxnId="{62F716E4-EB40-41DF-AFDD-7CCE07A1C93A}">
      <dgm:prSet/>
      <dgm:spPr/>
      <dgm:t>
        <a:bodyPr/>
        <a:lstStyle/>
        <a:p>
          <a:endParaRPr lang="en-US"/>
        </a:p>
      </dgm:t>
    </dgm:pt>
    <dgm:pt modelId="{29FEF770-B08D-47A4-B038-10C7A1419945}" type="pres">
      <dgm:prSet presAssocID="{EC4562D5-5676-4EBF-B031-2569A06CA7DC}" presName="linear" presStyleCnt="0">
        <dgm:presLayoutVars>
          <dgm:animLvl val="lvl"/>
          <dgm:resizeHandles val="exact"/>
        </dgm:presLayoutVars>
      </dgm:prSet>
      <dgm:spPr/>
    </dgm:pt>
    <dgm:pt modelId="{BF40CF49-F97E-423E-A44B-920A25884CD2}" type="pres">
      <dgm:prSet presAssocID="{F2DDBBB9-58B4-4B96-80D7-DC0BA33DFC8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F151781-CC59-4CD1-9E7C-6575548C2F44}" type="presOf" srcId="{F2DDBBB9-58B4-4B96-80D7-DC0BA33DFC84}" destId="{BF40CF49-F97E-423E-A44B-920A25884CD2}" srcOrd="0" destOrd="0" presId="urn:microsoft.com/office/officeart/2005/8/layout/vList2"/>
    <dgm:cxn modelId="{D9AA0AD6-1D4F-436B-8148-FD082E67D356}" type="presOf" srcId="{EC4562D5-5676-4EBF-B031-2569A06CA7DC}" destId="{29FEF770-B08D-47A4-B038-10C7A1419945}" srcOrd="0" destOrd="0" presId="urn:microsoft.com/office/officeart/2005/8/layout/vList2"/>
    <dgm:cxn modelId="{62F716E4-EB40-41DF-AFDD-7CCE07A1C93A}" srcId="{EC4562D5-5676-4EBF-B031-2569A06CA7DC}" destId="{F2DDBBB9-58B4-4B96-80D7-DC0BA33DFC84}" srcOrd="0" destOrd="0" parTransId="{E8088A99-6027-45BA-ABA2-FFDD315E4C5A}" sibTransId="{ABFA8985-0C78-49B7-81F8-D205C81FE3BA}"/>
    <dgm:cxn modelId="{2F499D36-DC68-421C-B607-3B6B61E88D1D}" type="presParOf" srcId="{29FEF770-B08D-47A4-B038-10C7A1419945}" destId="{BF40CF49-F97E-423E-A44B-920A25884CD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F1935AE-B923-4AC2-A873-795070E6749D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E9B432-B0EC-4532-88A0-140611367E95}">
      <dgm:prSet custT="1"/>
      <dgm:spPr/>
      <dgm:t>
        <a:bodyPr/>
        <a:lstStyle/>
        <a:p>
          <a:r>
            <a:rPr lang="en-US" sz="3200" b="1" baseline="0" dirty="0">
              <a:latin typeface="Rockwell Nova Light" panose="02060303020205020403" pitchFamily="18" charset="0"/>
            </a:rPr>
            <a:t>1. Introduction</a:t>
          </a:r>
          <a:endParaRPr lang="en-US" sz="3200" dirty="0">
            <a:latin typeface="Rockwell Nova Light" panose="02060303020205020403" pitchFamily="18" charset="0"/>
          </a:endParaRPr>
        </a:p>
      </dgm:t>
    </dgm:pt>
    <dgm:pt modelId="{EE70076C-5117-4E45-8A20-47FE107A71BA}" type="parTrans" cxnId="{87FD5C6F-C73D-409D-B970-4C4959114779}">
      <dgm:prSet/>
      <dgm:spPr/>
      <dgm:t>
        <a:bodyPr/>
        <a:lstStyle/>
        <a:p>
          <a:endParaRPr lang="en-US"/>
        </a:p>
      </dgm:t>
    </dgm:pt>
    <dgm:pt modelId="{C75ED40C-94C9-4728-8384-575DB08EE2BA}" type="sibTrans" cxnId="{87FD5C6F-C73D-409D-B970-4C4959114779}">
      <dgm:prSet/>
      <dgm:spPr/>
      <dgm:t>
        <a:bodyPr/>
        <a:lstStyle/>
        <a:p>
          <a:endParaRPr lang="en-US"/>
        </a:p>
      </dgm:t>
    </dgm:pt>
    <dgm:pt modelId="{6BF0BE1E-CA23-486C-95E2-6123EFA6DE41}" type="pres">
      <dgm:prSet presAssocID="{5F1935AE-B923-4AC2-A873-795070E6749D}" presName="linear" presStyleCnt="0">
        <dgm:presLayoutVars>
          <dgm:animLvl val="lvl"/>
          <dgm:resizeHandles val="exact"/>
        </dgm:presLayoutVars>
      </dgm:prSet>
      <dgm:spPr/>
    </dgm:pt>
    <dgm:pt modelId="{35D83BE4-CCE3-435B-9D47-E9A1948683B7}" type="pres">
      <dgm:prSet presAssocID="{B0E9B432-B0EC-4532-88A0-140611367E95}" presName="parentText" presStyleLbl="node1" presStyleIdx="0" presStyleCnt="1" custScaleY="279991" custLinFactNeighborX="-278" custLinFactNeighborY="137">
        <dgm:presLayoutVars>
          <dgm:chMax val="0"/>
          <dgm:bulletEnabled val="1"/>
        </dgm:presLayoutVars>
      </dgm:prSet>
      <dgm:spPr/>
    </dgm:pt>
  </dgm:ptLst>
  <dgm:cxnLst>
    <dgm:cxn modelId="{D4BFF72C-1786-4F65-95E5-FC0139AF5B1E}" type="presOf" srcId="{5F1935AE-B923-4AC2-A873-795070E6749D}" destId="{6BF0BE1E-CA23-486C-95E2-6123EFA6DE41}" srcOrd="0" destOrd="0" presId="urn:microsoft.com/office/officeart/2005/8/layout/vList2"/>
    <dgm:cxn modelId="{8122F25C-C98D-4E97-9280-9D26146D1678}" type="presOf" srcId="{B0E9B432-B0EC-4532-88A0-140611367E95}" destId="{35D83BE4-CCE3-435B-9D47-E9A1948683B7}" srcOrd="0" destOrd="0" presId="urn:microsoft.com/office/officeart/2005/8/layout/vList2"/>
    <dgm:cxn modelId="{87FD5C6F-C73D-409D-B970-4C4959114779}" srcId="{5F1935AE-B923-4AC2-A873-795070E6749D}" destId="{B0E9B432-B0EC-4532-88A0-140611367E95}" srcOrd="0" destOrd="0" parTransId="{EE70076C-5117-4E45-8A20-47FE107A71BA}" sibTransId="{C75ED40C-94C9-4728-8384-575DB08EE2BA}"/>
    <dgm:cxn modelId="{B4052969-6A75-4676-8481-F5490072F7B0}" type="presParOf" srcId="{6BF0BE1E-CA23-486C-95E2-6123EFA6DE41}" destId="{35D83BE4-CCE3-435B-9D47-E9A1948683B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F1935AE-B923-4AC2-A873-795070E6749D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E9B432-B0EC-4532-88A0-140611367E95}">
      <dgm:prSet custT="1"/>
      <dgm:spPr/>
      <dgm:t>
        <a:bodyPr/>
        <a:lstStyle/>
        <a:p>
          <a:r>
            <a:rPr lang="en-US" sz="3200" b="1" baseline="0" dirty="0">
              <a:latin typeface="Rockwell Nova Light" panose="02060303020205020403" pitchFamily="18" charset="0"/>
            </a:rPr>
            <a:t>1. Introduction</a:t>
          </a:r>
          <a:endParaRPr lang="en-US" sz="3200" dirty="0">
            <a:latin typeface="Rockwell Nova Light" panose="02060303020205020403" pitchFamily="18" charset="0"/>
          </a:endParaRPr>
        </a:p>
      </dgm:t>
    </dgm:pt>
    <dgm:pt modelId="{EE70076C-5117-4E45-8A20-47FE107A71BA}" type="parTrans" cxnId="{87FD5C6F-C73D-409D-B970-4C4959114779}">
      <dgm:prSet/>
      <dgm:spPr/>
      <dgm:t>
        <a:bodyPr/>
        <a:lstStyle/>
        <a:p>
          <a:endParaRPr lang="en-US"/>
        </a:p>
      </dgm:t>
    </dgm:pt>
    <dgm:pt modelId="{C75ED40C-94C9-4728-8384-575DB08EE2BA}" type="sibTrans" cxnId="{87FD5C6F-C73D-409D-B970-4C4959114779}">
      <dgm:prSet/>
      <dgm:spPr/>
      <dgm:t>
        <a:bodyPr/>
        <a:lstStyle/>
        <a:p>
          <a:endParaRPr lang="en-US"/>
        </a:p>
      </dgm:t>
    </dgm:pt>
    <dgm:pt modelId="{6BF0BE1E-CA23-486C-95E2-6123EFA6DE41}" type="pres">
      <dgm:prSet presAssocID="{5F1935AE-B923-4AC2-A873-795070E6749D}" presName="linear" presStyleCnt="0">
        <dgm:presLayoutVars>
          <dgm:animLvl val="lvl"/>
          <dgm:resizeHandles val="exact"/>
        </dgm:presLayoutVars>
      </dgm:prSet>
      <dgm:spPr/>
    </dgm:pt>
    <dgm:pt modelId="{35D83BE4-CCE3-435B-9D47-E9A1948683B7}" type="pres">
      <dgm:prSet presAssocID="{B0E9B432-B0EC-4532-88A0-140611367E95}" presName="parentText" presStyleLbl="node1" presStyleIdx="0" presStyleCnt="1" custScaleY="279991" custLinFactNeighborX="-278" custLinFactNeighborY="137">
        <dgm:presLayoutVars>
          <dgm:chMax val="0"/>
          <dgm:bulletEnabled val="1"/>
        </dgm:presLayoutVars>
      </dgm:prSet>
      <dgm:spPr/>
    </dgm:pt>
  </dgm:ptLst>
  <dgm:cxnLst>
    <dgm:cxn modelId="{D4BFF72C-1786-4F65-95E5-FC0139AF5B1E}" type="presOf" srcId="{5F1935AE-B923-4AC2-A873-795070E6749D}" destId="{6BF0BE1E-CA23-486C-95E2-6123EFA6DE41}" srcOrd="0" destOrd="0" presId="urn:microsoft.com/office/officeart/2005/8/layout/vList2"/>
    <dgm:cxn modelId="{8122F25C-C98D-4E97-9280-9D26146D1678}" type="presOf" srcId="{B0E9B432-B0EC-4532-88A0-140611367E95}" destId="{35D83BE4-CCE3-435B-9D47-E9A1948683B7}" srcOrd="0" destOrd="0" presId="urn:microsoft.com/office/officeart/2005/8/layout/vList2"/>
    <dgm:cxn modelId="{87FD5C6F-C73D-409D-B970-4C4959114779}" srcId="{5F1935AE-B923-4AC2-A873-795070E6749D}" destId="{B0E9B432-B0EC-4532-88A0-140611367E95}" srcOrd="0" destOrd="0" parTransId="{EE70076C-5117-4E45-8A20-47FE107A71BA}" sibTransId="{C75ED40C-94C9-4728-8384-575DB08EE2BA}"/>
    <dgm:cxn modelId="{B4052969-6A75-4676-8481-F5490072F7B0}" type="presParOf" srcId="{6BF0BE1E-CA23-486C-95E2-6123EFA6DE41}" destId="{35D83BE4-CCE3-435B-9D47-E9A1948683B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2AA750F-4A9A-4CF8-BC34-63D36A9D16E2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AE4787-4DCC-4537-89C0-E751840E70C4}">
      <dgm:prSet custT="1"/>
      <dgm:spPr/>
      <dgm:t>
        <a:bodyPr/>
        <a:lstStyle/>
        <a:p>
          <a:r>
            <a:rPr lang="en-US" sz="3200" b="1" dirty="0">
              <a:latin typeface="Rockwell Nova Light" panose="02060303020205020403" pitchFamily="18" charset="0"/>
            </a:rPr>
            <a:t>2. Problem Statement</a:t>
          </a:r>
        </a:p>
      </dgm:t>
    </dgm:pt>
    <dgm:pt modelId="{FFE4D468-9C19-40B8-A6E1-9123299C9020}" type="parTrans" cxnId="{75F7BD0E-DAA2-44AE-8A2A-3C865ADEB8F9}">
      <dgm:prSet/>
      <dgm:spPr/>
      <dgm:t>
        <a:bodyPr/>
        <a:lstStyle/>
        <a:p>
          <a:endParaRPr lang="en-US"/>
        </a:p>
      </dgm:t>
    </dgm:pt>
    <dgm:pt modelId="{F2E42661-2BDE-451F-8BB1-C914ED1C101B}" type="sibTrans" cxnId="{75F7BD0E-DAA2-44AE-8A2A-3C865ADEB8F9}">
      <dgm:prSet/>
      <dgm:spPr/>
      <dgm:t>
        <a:bodyPr/>
        <a:lstStyle/>
        <a:p>
          <a:endParaRPr lang="en-US"/>
        </a:p>
      </dgm:t>
    </dgm:pt>
    <dgm:pt modelId="{A92C1AED-545D-460B-BA9A-B66C24966034}" type="pres">
      <dgm:prSet presAssocID="{92AA750F-4A9A-4CF8-BC34-63D36A9D16E2}" presName="linear" presStyleCnt="0">
        <dgm:presLayoutVars>
          <dgm:animLvl val="lvl"/>
          <dgm:resizeHandles val="exact"/>
        </dgm:presLayoutVars>
      </dgm:prSet>
      <dgm:spPr/>
    </dgm:pt>
    <dgm:pt modelId="{89944FA3-0F87-404C-BD07-338392631E44}" type="pres">
      <dgm:prSet presAssocID="{0BAE4787-4DCC-4537-89C0-E751840E70C4}" presName="parentText" presStyleLbl="node1" presStyleIdx="0" presStyleCnt="1" custScaleX="99943" custScaleY="217307" custLinFactNeighborX="2520" custLinFactNeighborY="-17740">
        <dgm:presLayoutVars>
          <dgm:chMax val="0"/>
          <dgm:bulletEnabled val="1"/>
        </dgm:presLayoutVars>
      </dgm:prSet>
      <dgm:spPr/>
    </dgm:pt>
  </dgm:ptLst>
  <dgm:cxnLst>
    <dgm:cxn modelId="{75F7BD0E-DAA2-44AE-8A2A-3C865ADEB8F9}" srcId="{92AA750F-4A9A-4CF8-BC34-63D36A9D16E2}" destId="{0BAE4787-4DCC-4537-89C0-E751840E70C4}" srcOrd="0" destOrd="0" parTransId="{FFE4D468-9C19-40B8-A6E1-9123299C9020}" sibTransId="{F2E42661-2BDE-451F-8BB1-C914ED1C101B}"/>
    <dgm:cxn modelId="{EB575D21-F25F-41DB-97F6-F8AA9F990D2B}" type="presOf" srcId="{92AA750F-4A9A-4CF8-BC34-63D36A9D16E2}" destId="{A92C1AED-545D-460B-BA9A-B66C24966034}" srcOrd="0" destOrd="0" presId="urn:microsoft.com/office/officeart/2005/8/layout/vList2"/>
    <dgm:cxn modelId="{09631AA0-FD5F-469F-988C-D8866ADA540A}" type="presOf" srcId="{0BAE4787-4DCC-4537-89C0-E751840E70C4}" destId="{89944FA3-0F87-404C-BD07-338392631E44}" srcOrd="0" destOrd="0" presId="urn:microsoft.com/office/officeart/2005/8/layout/vList2"/>
    <dgm:cxn modelId="{F4D321BB-5813-47CB-8D97-2E626F3CA1FC}" type="presParOf" srcId="{A92C1AED-545D-460B-BA9A-B66C24966034}" destId="{89944FA3-0F87-404C-BD07-338392631E4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2AA750F-4A9A-4CF8-BC34-63D36A9D16E2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AE4787-4DCC-4537-89C0-E751840E70C4}">
      <dgm:prSet custT="1"/>
      <dgm:spPr/>
      <dgm:t>
        <a:bodyPr/>
        <a:lstStyle/>
        <a:p>
          <a:r>
            <a:rPr lang="en-US" sz="3200" b="1" dirty="0">
              <a:latin typeface="Rockwell Nova Light" panose="02060303020205020403" pitchFamily="18" charset="0"/>
            </a:rPr>
            <a:t>3. Survey &amp; Background</a:t>
          </a:r>
        </a:p>
      </dgm:t>
    </dgm:pt>
    <dgm:pt modelId="{FFE4D468-9C19-40B8-A6E1-9123299C9020}" type="parTrans" cxnId="{75F7BD0E-DAA2-44AE-8A2A-3C865ADEB8F9}">
      <dgm:prSet/>
      <dgm:spPr/>
      <dgm:t>
        <a:bodyPr/>
        <a:lstStyle/>
        <a:p>
          <a:endParaRPr lang="en-US"/>
        </a:p>
      </dgm:t>
    </dgm:pt>
    <dgm:pt modelId="{F2E42661-2BDE-451F-8BB1-C914ED1C101B}" type="sibTrans" cxnId="{75F7BD0E-DAA2-44AE-8A2A-3C865ADEB8F9}">
      <dgm:prSet/>
      <dgm:spPr/>
      <dgm:t>
        <a:bodyPr/>
        <a:lstStyle/>
        <a:p>
          <a:endParaRPr lang="en-US"/>
        </a:p>
      </dgm:t>
    </dgm:pt>
    <dgm:pt modelId="{A92C1AED-545D-460B-BA9A-B66C24966034}" type="pres">
      <dgm:prSet presAssocID="{92AA750F-4A9A-4CF8-BC34-63D36A9D16E2}" presName="linear" presStyleCnt="0">
        <dgm:presLayoutVars>
          <dgm:animLvl val="lvl"/>
          <dgm:resizeHandles val="exact"/>
        </dgm:presLayoutVars>
      </dgm:prSet>
      <dgm:spPr/>
    </dgm:pt>
    <dgm:pt modelId="{89944FA3-0F87-404C-BD07-338392631E44}" type="pres">
      <dgm:prSet presAssocID="{0BAE4787-4DCC-4537-89C0-E751840E70C4}" presName="parentText" presStyleLbl="node1" presStyleIdx="0" presStyleCnt="1" custLinFactNeighborX="-730" custLinFactNeighborY="23126">
        <dgm:presLayoutVars>
          <dgm:chMax val="0"/>
          <dgm:bulletEnabled val="1"/>
        </dgm:presLayoutVars>
      </dgm:prSet>
      <dgm:spPr/>
    </dgm:pt>
  </dgm:ptLst>
  <dgm:cxnLst>
    <dgm:cxn modelId="{75F7BD0E-DAA2-44AE-8A2A-3C865ADEB8F9}" srcId="{92AA750F-4A9A-4CF8-BC34-63D36A9D16E2}" destId="{0BAE4787-4DCC-4537-89C0-E751840E70C4}" srcOrd="0" destOrd="0" parTransId="{FFE4D468-9C19-40B8-A6E1-9123299C9020}" sibTransId="{F2E42661-2BDE-451F-8BB1-C914ED1C101B}"/>
    <dgm:cxn modelId="{EB575D21-F25F-41DB-97F6-F8AA9F990D2B}" type="presOf" srcId="{92AA750F-4A9A-4CF8-BC34-63D36A9D16E2}" destId="{A92C1AED-545D-460B-BA9A-B66C24966034}" srcOrd="0" destOrd="0" presId="urn:microsoft.com/office/officeart/2005/8/layout/vList2"/>
    <dgm:cxn modelId="{09631AA0-FD5F-469F-988C-D8866ADA540A}" type="presOf" srcId="{0BAE4787-4DCC-4537-89C0-E751840E70C4}" destId="{89944FA3-0F87-404C-BD07-338392631E44}" srcOrd="0" destOrd="0" presId="urn:microsoft.com/office/officeart/2005/8/layout/vList2"/>
    <dgm:cxn modelId="{F4D321BB-5813-47CB-8D97-2E626F3CA1FC}" type="presParOf" srcId="{A92C1AED-545D-460B-BA9A-B66C24966034}" destId="{89944FA3-0F87-404C-BD07-338392631E4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2AA750F-4A9A-4CF8-BC34-63D36A9D16E2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AE4787-4DCC-4537-89C0-E751840E70C4}">
      <dgm:prSet custT="1"/>
      <dgm:spPr/>
      <dgm:t>
        <a:bodyPr/>
        <a:lstStyle/>
        <a:p>
          <a:r>
            <a:rPr lang="en-US" sz="3200" b="1" dirty="0">
              <a:latin typeface="Rockwell Nova Light" panose="02060303020205020403" pitchFamily="18" charset="0"/>
            </a:rPr>
            <a:t>3. Background</a:t>
          </a:r>
        </a:p>
      </dgm:t>
    </dgm:pt>
    <dgm:pt modelId="{FFE4D468-9C19-40B8-A6E1-9123299C9020}" type="parTrans" cxnId="{75F7BD0E-DAA2-44AE-8A2A-3C865ADEB8F9}">
      <dgm:prSet/>
      <dgm:spPr/>
      <dgm:t>
        <a:bodyPr/>
        <a:lstStyle/>
        <a:p>
          <a:endParaRPr lang="en-US"/>
        </a:p>
      </dgm:t>
    </dgm:pt>
    <dgm:pt modelId="{F2E42661-2BDE-451F-8BB1-C914ED1C101B}" type="sibTrans" cxnId="{75F7BD0E-DAA2-44AE-8A2A-3C865ADEB8F9}">
      <dgm:prSet/>
      <dgm:spPr/>
      <dgm:t>
        <a:bodyPr/>
        <a:lstStyle/>
        <a:p>
          <a:endParaRPr lang="en-US"/>
        </a:p>
      </dgm:t>
    </dgm:pt>
    <dgm:pt modelId="{A92C1AED-545D-460B-BA9A-B66C24966034}" type="pres">
      <dgm:prSet presAssocID="{92AA750F-4A9A-4CF8-BC34-63D36A9D16E2}" presName="linear" presStyleCnt="0">
        <dgm:presLayoutVars>
          <dgm:animLvl val="lvl"/>
          <dgm:resizeHandles val="exact"/>
        </dgm:presLayoutVars>
      </dgm:prSet>
      <dgm:spPr/>
    </dgm:pt>
    <dgm:pt modelId="{89944FA3-0F87-404C-BD07-338392631E44}" type="pres">
      <dgm:prSet presAssocID="{0BAE4787-4DCC-4537-89C0-E751840E70C4}" presName="parentText" presStyleLbl="node1" presStyleIdx="0" presStyleCnt="1" custLinFactNeighborX="-730" custLinFactNeighborY="23126">
        <dgm:presLayoutVars>
          <dgm:chMax val="0"/>
          <dgm:bulletEnabled val="1"/>
        </dgm:presLayoutVars>
      </dgm:prSet>
      <dgm:spPr/>
    </dgm:pt>
  </dgm:ptLst>
  <dgm:cxnLst>
    <dgm:cxn modelId="{75F7BD0E-DAA2-44AE-8A2A-3C865ADEB8F9}" srcId="{92AA750F-4A9A-4CF8-BC34-63D36A9D16E2}" destId="{0BAE4787-4DCC-4537-89C0-E751840E70C4}" srcOrd="0" destOrd="0" parTransId="{FFE4D468-9C19-40B8-A6E1-9123299C9020}" sibTransId="{F2E42661-2BDE-451F-8BB1-C914ED1C101B}"/>
    <dgm:cxn modelId="{EB575D21-F25F-41DB-97F6-F8AA9F990D2B}" type="presOf" srcId="{92AA750F-4A9A-4CF8-BC34-63D36A9D16E2}" destId="{A92C1AED-545D-460B-BA9A-B66C24966034}" srcOrd="0" destOrd="0" presId="urn:microsoft.com/office/officeart/2005/8/layout/vList2"/>
    <dgm:cxn modelId="{09631AA0-FD5F-469F-988C-D8866ADA540A}" type="presOf" srcId="{0BAE4787-4DCC-4537-89C0-E751840E70C4}" destId="{89944FA3-0F87-404C-BD07-338392631E44}" srcOrd="0" destOrd="0" presId="urn:microsoft.com/office/officeart/2005/8/layout/vList2"/>
    <dgm:cxn modelId="{F4D321BB-5813-47CB-8D97-2E626F3CA1FC}" type="presParOf" srcId="{A92C1AED-545D-460B-BA9A-B66C24966034}" destId="{89944FA3-0F87-404C-BD07-338392631E4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2AA750F-4A9A-4CF8-BC34-63D36A9D16E2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AE4787-4DCC-4537-89C0-E751840E70C4}">
      <dgm:prSet custT="1"/>
      <dgm:spPr/>
      <dgm:t>
        <a:bodyPr/>
        <a:lstStyle/>
        <a:p>
          <a:r>
            <a:rPr lang="en-US" sz="3200" b="1" dirty="0">
              <a:latin typeface="Rockwell Nova Light" panose="02060303020205020403" pitchFamily="18" charset="0"/>
            </a:rPr>
            <a:t>4. Objective</a:t>
          </a:r>
        </a:p>
      </dgm:t>
    </dgm:pt>
    <dgm:pt modelId="{FFE4D468-9C19-40B8-A6E1-9123299C9020}" type="parTrans" cxnId="{75F7BD0E-DAA2-44AE-8A2A-3C865ADEB8F9}">
      <dgm:prSet/>
      <dgm:spPr/>
      <dgm:t>
        <a:bodyPr/>
        <a:lstStyle/>
        <a:p>
          <a:endParaRPr lang="en-US"/>
        </a:p>
      </dgm:t>
    </dgm:pt>
    <dgm:pt modelId="{F2E42661-2BDE-451F-8BB1-C914ED1C101B}" type="sibTrans" cxnId="{75F7BD0E-DAA2-44AE-8A2A-3C865ADEB8F9}">
      <dgm:prSet/>
      <dgm:spPr/>
      <dgm:t>
        <a:bodyPr/>
        <a:lstStyle/>
        <a:p>
          <a:endParaRPr lang="en-US"/>
        </a:p>
      </dgm:t>
    </dgm:pt>
    <dgm:pt modelId="{A92C1AED-545D-460B-BA9A-B66C24966034}" type="pres">
      <dgm:prSet presAssocID="{92AA750F-4A9A-4CF8-BC34-63D36A9D16E2}" presName="linear" presStyleCnt="0">
        <dgm:presLayoutVars>
          <dgm:animLvl val="lvl"/>
          <dgm:resizeHandles val="exact"/>
        </dgm:presLayoutVars>
      </dgm:prSet>
      <dgm:spPr/>
    </dgm:pt>
    <dgm:pt modelId="{89944FA3-0F87-404C-BD07-338392631E44}" type="pres">
      <dgm:prSet presAssocID="{0BAE4787-4DCC-4537-89C0-E751840E70C4}" presName="parentText" presStyleLbl="node1" presStyleIdx="0" presStyleCnt="1" custLinFactNeighborX="313">
        <dgm:presLayoutVars>
          <dgm:chMax val="0"/>
          <dgm:bulletEnabled val="1"/>
        </dgm:presLayoutVars>
      </dgm:prSet>
      <dgm:spPr/>
    </dgm:pt>
  </dgm:ptLst>
  <dgm:cxnLst>
    <dgm:cxn modelId="{75F7BD0E-DAA2-44AE-8A2A-3C865ADEB8F9}" srcId="{92AA750F-4A9A-4CF8-BC34-63D36A9D16E2}" destId="{0BAE4787-4DCC-4537-89C0-E751840E70C4}" srcOrd="0" destOrd="0" parTransId="{FFE4D468-9C19-40B8-A6E1-9123299C9020}" sibTransId="{F2E42661-2BDE-451F-8BB1-C914ED1C101B}"/>
    <dgm:cxn modelId="{EB575D21-F25F-41DB-97F6-F8AA9F990D2B}" type="presOf" srcId="{92AA750F-4A9A-4CF8-BC34-63D36A9D16E2}" destId="{A92C1AED-545D-460B-BA9A-B66C24966034}" srcOrd="0" destOrd="0" presId="urn:microsoft.com/office/officeart/2005/8/layout/vList2"/>
    <dgm:cxn modelId="{09631AA0-FD5F-469F-988C-D8866ADA540A}" type="presOf" srcId="{0BAE4787-4DCC-4537-89C0-E751840E70C4}" destId="{89944FA3-0F87-404C-BD07-338392631E44}" srcOrd="0" destOrd="0" presId="urn:microsoft.com/office/officeart/2005/8/layout/vList2"/>
    <dgm:cxn modelId="{F4D321BB-5813-47CB-8D97-2E626F3CA1FC}" type="presParOf" srcId="{A92C1AED-545D-460B-BA9A-B66C24966034}" destId="{89944FA3-0F87-404C-BD07-338392631E4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913D2FE-84C6-47C1-A895-68B3941289E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292B5-331F-4676-98E6-A29A13A34327}">
      <dgm:prSet custT="1"/>
      <dgm:spPr/>
      <dgm:t>
        <a:bodyPr/>
        <a:lstStyle/>
        <a:p>
          <a:pPr>
            <a:buNone/>
          </a:pPr>
          <a:r>
            <a:rPr lang="en-US" sz="3200" b="1" dirty="0">
              <a:latin typeface="Rockwell Nova Light" panose="02060303020205020403" pitchFamily="18" charset="0"/>
            </a:rPr>
            <a:t>5. System Architecture</a:t>
          </a:r>
        </a:p>
      </dgm:t>
    </dgm:pt>
    <dgm:pt modelId="{C19B788F-6075-457E-9E55-D3CD6291F675}" type="sibTrans" cxnId="{4C2F31E0-5619-4294-963D-384F8FB9E60E}">
      <dgm:prSet/>
      <dgm:spPr/>
      <dgm:t>
        <a:bodyPr/>
        <a:lstStyle/>
        <a:p>
          <a:endParaRPr lang="en-US"/>
        </a:p>
      </dgm:t>
    </dgm:pt>
    <dgm:pt modelId="{DBEE3629-A04E-44FD-8228-7D0C6B6F74DB}" type="parTrans" cxnId="{4C2F31E0-5619-4294-963D-384F8FB9E60E}">
      <dgm:prSet/>
      <dgm:spPr/>
      <dgm:t>
        <a:bodyPr/>
        <a:lstStyle/>
        <a:p>
          <a:endParaRPr lang="en-US"/>
        </a:p>
      </dgm:t>
    </dgm:pt>
    <dgm:pt modelId="{9BD63CA1-7721-4EA8-B5FA-122F3C0F19EB}" type="pres">
      <dgm:prSet presAssocID="{A913D2FE-84C6-47C1-A895-68B3941289EF}" presName="linear" presStyleCnt="0">
        <dgm:presLayoutVars>
          <dgm:animLvl val="lvl"/>
          <dgm:resizeHandles val="exact"/>
        </dgm:presLayoutVars>
      </dgm:prSet>
      <dgm:spPr/>
    </dgm:pt>
    <dgm:pt modelId="{CDFD1DAF-549D-41D3-A357-E84B53392FD1}" type="pres">
      <dgm:prSet presAssocID="{935292B5-331F-4676-98E6-A29A13A34327}" presName="parentText" presStyleLbl="node1" presStyleIdx="0" presStyleCnt="1" custAng="10800000" custFlipVert="1" custScaleY="181089" custLinFactNeighborX="372" custLinFactNeighborY="-23">
        <dgm:presLayoutVars>
          <dgm:chMax val="0"/>
          <dgm:bulletEnabled val="1"/>
        </dgm:presLayoutVars>
      </dgm:prSet>
      <dgm:spPr/>
    </dgm:pt>
  </dgm:ptLst>
  <dgm:cxnLst>
    <dgm:cxn modelId="{36D98F25-788B-4F4B-AB09-7E7F14A4BAE9}" type="presOf" srcId="{935292B5-331F-4676-98E6-A29A13A34327}" destId="{CDFD1DAF-549D-41D3-A357-E84B53392FD1}" srcOrd="0" destOrd="0" presId="urn:microsoft.com/office/officeart/2005/8/layout/vList2"/>
    <dgm:cxn modelId="{4E168DAC-F525-4CE0-B38A-4B64196A1DD4}" type="presOf" srcId="{A913D2FE-84C6-47C1-A895-68B3941289EF}" destId="{9BD63CA1-7721-4EA8-B5FA-122F3C0F19EB}" srcOrd="0" destOrd="0" presId="urn:microsoft.com/office/officeart/2005/8/layout/vList2"/>
    <dgm:cxn modelId="{4C2F31E0-5619-4294-963D-384F8FB9E60E}" srcId="{A913D2FE-84C6-47C1-A895-68B3941289EF}" destId="{935292B5-331F-4676-98E6-A29A13A34327}" srcOrd="0" destOrd="0" parTransId="{DBEE3629-A04E-44FD-8228-7D0C6B6F74DB}" sibTransId="{C19B788F-6075-457E-9E55-D3CD6291F675}"/>
    <dgm:cxn modelId="{D57B9BB7-7AA4-406F-9CEC-1A33CB225C18}" type="presParOf" srcId="{9BD63CA1-7721-4EA8-B5FA-122F3C0F19EB}" destId="{CDFD1DAF-549D-41D3-A357-E84B53392F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256D140-9401-47B2-9919-6FE5D0D8DB1C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1F551D0-0170-454A-AF96-A769EE5F3A6E}">
      <dgm:prSet phldrT="[Text]" phldr="0"/>
      <dgm:spPr/>
      <dgm:t>
        <a:bodyPr/>
        <a:lstStyle/>
        <a:p>
          <a:r>
            <a:rPr lang="en-US" dirty="0">
              <a:latin typeface="Rockwell Nova Light" panose="02060303020205020403" pitchFamily="18" charset="0"/>
            </a:rPr>
            <a:t>Traffic Sniffer</a:t>
          </a:r>
        </a:p>
      </dgm:t>
    </dgm:pt>
    <dgm:pt modelId="{F5F135AF-7144-4EAB-A143-C9D5EFFD62B6}" type="parTrans" cxnId="{450DBAB6-17DD-4631-894E-42C736710CEE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714CE177-E400-4680-965E-10C0ABA1D459}" type="sibTrans" cxnId="{450DBAB6-17DD-4631-894E-42C736710CEE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84F4C031-6830-408F-AB6A-A1E0779785AC}">
      <dgm:prSet phldrT="[Text]" phldr="0"/>
      <dgm:spPr/>
      <dgm:t>
        <a:bodyPr/>
        <a:lstStyle/>
        <a:p>
          <a:r>
            <a:rPr lang="en-US" dirty="0">
              <a:latin typeface="Rockwell Nova Light" panose="02060303020205020403" pitchFamily="18" charset="0"/>
            </a:rPr>
            <a:t>Data Processor</a:t>
          </a:r>
        </a:p>
      </dgm:t>
    </dgm:pt>
    <dgm:pt modelId="{54B76DED-4671-4530-93A4-146A986C08AA}" type="parTrans" cxnId="{14E12B07-2F3E-40FE-A852-D8FCFC0AD09C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C589DDD7-B0B0-4098-A4AD-634BAC1477E5}" type="sibTrans" cxnId="{14E12B07-2F3E-40FE-A852-D8FCFC0AD09C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D0774D49-FD00-494C-9906-E8164BDBE632}">
      <dgm:prSet phldrT="[Text]" phldr="0"/>
      <dgm:spPr/>
      <dgm:t>
        <a:bodyPr/>
        <a:lstStyle/>
        <a:p>
          <a:r>
            <a:rPr lang="en-US" dirty="0">
              <a:latin typeface="Rockwell Nova Light" panose="02060303020205020403" pitchFamily="18" charset="0"/>
            </a:rPr>
            <a:t>AI Threat Detector</a:t>
          </a:r>
        </a:p>
      </dgm:t>
    </dgm:pt>
    <dgm:pt modelId="{EEA5E3F3-FE3B-4090-97F2-2F98CB563E0C}" type="parTrans" cxnId="{059D4F9C-6BCD-4A33-9B95-DCAD77392E53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36116E8E-4BEA-4D9E-90B3-055A5CD3116E}" type="sibTrans" cxnId="{059D4F9C-6BCD-4A33-9B95-DCAD77392E53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F3C58741-5F88-40F1-B838-AC9A47038420}">
      <dgm:prSet phldrT="[Text]" phldr="0"/>
      <dgm:spPr/>
      <dgm:t>
        <a:bodyPr/>
        <a:lstStyle/>
        <a:p>
          <a:r>
            <a:rPr lang="en-US" dirty="0">
              <a:latin typeface="Rockwell Nova Light" panose="02060303020205020403" pitchFamily="18" charset="0"/>
            </a:rPr>
            <a:t>Automated Defense System</a:t>
          </a:r>
        </a:p>
      </dgm:t>
    </dgm:pt>
    <dgm:pt modelId="{EED559E8-339E-4D44-8446-67AD8CADCCD6}" type="parTrans" cxnId="{461DAE04-DEBC-41AF-9E32-4C0E0E195040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71E81260-4EC3-4B76-9B62-8C7E44E54FB9}" type="sibTrans" cxnId="{461DAE04-DEBC-41AF-9E32-4C0E0E195040}">
      <dgm:prSet/>
      <dgm:spPr/>
      <dgm:t>
        <a:bodyPr/>
        <a:lstStyle/>
        <a:p>
          <a:endParaRPr lang="en-US">
            <a:latin typeface="Rockwell Nova Light" panose="02060303020205020403" pitchFamily="18" charset="0"/>
          </a:endParaRPr>
        </a:p>
      </dgm:t>
    </dgm:pt>
    <dgm:pt modelId="{802C7EAD-0688-4304-A6D8-A9E95E6552E9}" type="pres">
      <dgm:prSet presAssocID="{A256D140-9401-47B2-9919-6FE5D0D8DB1C}" presName="Name0" presStyleCnt="0">
        <dgm:presLayoutVars>
          <dgm:dir/>
          <dgm:resizeHandles val="exact"/>
        </dgm:presLayoutVars>
      </dgm:prSet>
      <dgm:spPr/>
    </dgm:pt>
    <dgm:pt modelId="{897F5E89-0463-4789-B6B8-0F3EF1624916}" type="pres">
      <dgm:prSet presAssocID="{51F551D0-0170-454A-AF96-A769EE5F3A6E}" presName="node" presStyleLbl="node1" presStyleIdx="0" presStyleCnt="4">
        <dgm:presLayoutVars>
          <dgm:bulletEnabled val="1"/>
        </dgm:presLayoutVars>
      </dgm:prSet>
      <dgm:spPr/>
    </dgm:pt>
    <dgm:pt modelId="{60604BFC-5FAC-4AB2-BB0F-5CFEF1627FED}" type="pres">
      <dgm:prSet presAssocID="{714CE177-E400-4680-965E-10C0ABA1D459}" presName="sibTrans" presStyleLbl="sibTrans2D1" presStyleIdx="0" presStyleCnt="3"/>
      <dgm:spPr/>
    </dgm:pt>
    <dgm:pt modelId="{B678E926-47E8-4842-9A05-886AE1938099}" type="pres">
      <dgm:prSet presAssocID="{714CE177-E400-4680-965E-10C0ABA1D459}" presName="connectorText" presStyleLbl="sibTrans2D1" presStyleIdx="0" presStyleCnt="3"/>
      <dgm:spPr/>
    </dgm:pt>
    <dgm:pt modelId="{2FEE74E1-96FC-4234-A9A5-384A4EDD96BB}" type="pres">
      <dgm:prSet presAssocID="{84F4C031-6830-408F-AB6A-A1E0779785AC}" presName="node" presStyleLbl="node1" presStyleIdx="1" presStyleCnt="4">
        <dgm:presLayoutVars>
          <dgm:bulletEnabled val="1"/>
        </dgm:presLayoutVars>
      </dgm:prSet>
      <dgm:spPr/>
    </dgm:pt>
    <dgm:pt modelId="{FF5DE9A5-5A66-4A95-B577-FD97167A3893}" type="pres">
      <dgm:prSet presAssocID="{C589DDD7-B0B0-4098-A4AD-634BAC1477E5}" presName="sibTrans" presStyleLbl="sibTrans2D1" presStyleIdx="1" presStyleCnt="3"/>
      <dgm:spPr/>
    </dgm:pt>
    <dgm:pt modelId="{C7F376A6-125F-4ACB-A8C8-3A43F3AECA69}" type="pres">
      <dgm:prSet presAssocID="{C589DDD7-B0B0-4098-A4AD-634BAC1477E5}" presName="connectorText" presStyleLbl="sibTrans2D1" presStyleIdx="1" presStyleCnt="3"/>
      <dgm:spPr/>
    </dgm:pt>
    <dgm:pt modelId="{71D962E8-B113-4FBC-BFBD-06B7EE1EB902}" type="pres">
      <dgm:prSet presAssocID="{D0774D49-FD00-494C-9906-E8164BDBE632}" presName="node" presStyleLbl="node1" presStyleIdx="2" presStyleCnt="4">
        <dgm:presLayoutVars>
          <dgm:bulletEnabled val="1"/>
        </dgm:presLayoutVars>
      </dgm:prSet>
      <dgm:spPr/>
    </dgm:pt>
    <dgm:pt modelId="{C20FB7A3-B37E-4AA7-AB97-80A78217CE3F}" type="pres">
      <dgm:prSet presAssocID="{36116E8E-4BEA-4D9E-90B3-055A5CD3116E}" presName="sibTrans" presStyleLbl="sibTrans2D1" presStyleIdx="2" presStyleCnt="3"/>
      <dgm:spPr/>
    </dgm:pt>
    <dgm:pt modelId="{69194784-53D5-4074-88AD-1E4879E63A61}" type="pres">
      <dgm:prSet presAssocID="{36116E8E-4BEA-4D9E-90B3-055A5CD3116E}" presName="connectorText" presStyleLbl="sibTrans2D1" presStyleIdx="2" presStyleCnt="3"/>
      <dgm:spPr/>
    </dgm:pt>
    <dgm:pt modelId="{827EDDBC-9334-42D6-9647-F26382ECF551}" type="pres">
      <dgm:prSet presAssocID="{F3C58741-5F88-40F1-B838-AC9A47038420}" presName="node" presStyleLbl="node1" presStyleIdx="3" presStyleCnt="4">
        <dgm:presLayoutVars>
          <dgm:bulletEnabled val="1"/>
        </dgm:presLayoutVars>
      </dgm:prSet>
      <dgm:spPr/>
    </dgm:pt>
  </dgm:ptLst>
  <dgm:cxnLst>
    <dgm:cxn modelId="{461DAE04-DEBC-41AF-9E32-4C0E0E195040}" srcId="{A256D140-9401-47B2-9919-6FE5D0D8DB1C}" destId="{F3C58741-5F88-40F1-B838-AC9A47038420}" srcOrd="3" destOrd="0" parTransId="{EED559E8-339E-4D44-8446-67AD8CADCCD6}" sibTransId="{71E81260-4EC3-4B76-9B62-8C7E44E54FB9}"/>
    <dgm:cxn modelId="{14E12B07-2F3E-40FE-A852-D8FCFC0AD09C}" srcId="{A256D140-9401-47B2-9919-6FE5D0D8DB1C}" destId="{84F4C031-6830-408F-AB6A-A1E0779785AC}" srcOrd="1" destOrd="0" parTransId="{54B76DED-4671-4530-93A4-146A986C08AA}" sibTransId="{C589DDD7-B0B0-4098-A4AD-634BAC1477E5}"/>
    <dgm:cxn modelId="{DE71411B-7A04-45BD-81FE-7C26E56564B6}" type="presOf" srcId="{D0774D49-FD00-494C-9906-E8164BDBE632}" destId="{71D962E8-B113-4FBC-BFBD-06B7EE1EB902}" srcOrd="0" destOrd="0" presId="urn:microsoft.com/office/officeart/2005/8/layout/process1"/>
    <dgm:cxn modelId="{CABE5427-9BE9-4D62-B78C-C7F329C2C22F}" type="presOf" srcId="{F3C58741-5F88-40F1-B838-AC9A47038420}" destId="{827EDDBC-9334-42D6-9647-F26382ECF551}" srcOrd="0" destOrd="0" presId="urn:microsoft.com/office/officeart/2005/8/layout/process1"/>
    <dgm:cxn modelId="{523FDA2B-3828-4B5A-B0FA-3978F8B22652}" type="presOf" srcId="{36116E8E-4BEA-4D9E-90B3-055A5CD3116E}" destId="{69194784-53D5-4074-88AD-1E4879E63A61}" srcOrd="1" destOrd="0" presId="urn:microsoft.com/office/officeart/2005/8/layout/process1"/>
    <dgm:cxn modelId="{7D6E984F-CD6B-4E2B-AA50-BDAF1446ED94}" type="presOf" srcId="{84F4C031-6830-408F-AB6A-A1E0779785AC}" destId="{2FEE74E1-96FC-4234-A9A5-384A4EDD96BB}" srcOrd="0" destOrd="0" presId="urn:microsoft.com/office/officeart/2005/8/layout/process1"/>
    <dgm:cxn modelId="{EFCDD19A-7D20-4F7C-B25C-E33C9246852B}" type="presOf" srcId="{714CE177-E400-4680-965E-10C0ABA1D459}" destId="{60604BFC-5FAC-4AB2-BB0F-5CFEF1627FED}" srcOrd="0" destOrd="0" presId="urn:microsoft.com/office/officeart/2005/8/layout/process1"/>
    <dgm:cxn modelId="{F4D5819B-143C-42F1-A2A1-644004E50455}" type="presOf" srcId="{36116E8E-4BEA-4D9E-90B3-055A5CD3116E}" destId="{C20FB7A3-B37E-4AA7-AB97-80A78217CE3F}" srcOrd="0" destOrd="0" presId="urn:microsoft.com/office/officeart/2005/8/layout/process1"/>
    <dgm:cxn modelId="{059D4F9C-6BCD-4A33-9B95-DCAD77392E53}" srcId="{A256D140-9401-47B2-9919-6FE5D0D8DB1C}" destId="{D0774D49-FD00-494C-9906-E8164BDBE632}" srcOrd="2" destOrd="0" parTransId="{EEA5E3F3-FE3B-4090-97F2-2F98CB563E0C}" sibTransId="{36116E8E-4BEA-4D9E-90B3-055A5CD3116E}"/>
    <dgm:cxn modelId="{43044DAB-95B2-4911-86CD-7063B8EA0BCF}" type="presOf" srcId="{714CE177-E400-4680-965E-10C0ABA1D459}" destId="{B678E926-47E8-4842-9A05-886AE1938099}" srcOrd="1" destOrd="0" presId="urn:microsoft.com/office/officeart/2005/8/layout/process1"/>
    <dgm:cxn modelId="{3BAA55B0-5F31-4078-B2D8-07A8C3C18AF1}" type="presOf" srcId="{C589DDD7-B0B0-4098-A4AD-634BAC1477E5}" destId="{C7F376A6-125F-4ACB-A8C8-3A43F3AECA69}" srcOrd="1" destOrd="0" presId="urn:microsoft.com/office/officeart/2005/8/layout/process1"/>
    <dgm:cxn modelId="{450DBAB6-17DD-4631-894E-42C736710CEE}" srcId="{A256D140-9401-47B2-9919-6FE5D0D8DB1C}" destId="{51F551D0-0170-454A-AF96-A769EE5F3A6E}" srcOrd="0" destOrd="0" parTransId="{F5F135AF-7144-4EAB-A143-C9D5EFFD62B6}" sibTransId="{714CE177-E400-4680-965E-10C0ABA1D459}"/>
    <dgm:cxn modelId="{5983E8BF-40E1-441B-8EF7-81CA83982424}" type="presOf" srcId="{C589DDD7-B0B0-4098-A4AD-634BAC1477E5}" destId="{FF5DE9A5-5A66-4A95-B577-FD97167A3893}" srcOrd="0" destOrd="0" presId="urn:microsoft.com/office/officeart/2005/8/layout/process1"/>
    <dgm:cxn modelId="{B97CCEF0-F4AF-4510-A85B-F8015A6970D7}" type="presOf" srcId="{A256D140-9401-47B2-9919-6FE5D0D8DB1C}" destId="{802C7EAD-0688-4304-A6D8-A9E95E6552E9}" srcOrd="0" destOrd="0" presId="urn:microsoft.com/office/officeart/2005/8/layout/process1"/>
    <dgm:cxn modelId="{FD0F1BF4-1ECE-4657-AE45-8132F950C8FC}" type="presOf" srcId="{51F551D0-0170-454A-AF96-A769EE5F3A6E}" destId="{897F5E89-0463-4789-B6B8-0F3EF1624916}" srcOrd="0" destOrd="0" presId="urn:microsoft.com/office/officeart/2005/8/layout/process1"/>
    <dgm:cxn modelId="{308440C6-024E-405A-A3FA-27A1C55224C4}" type="presParOf" srcId="{802C7EAD-0688-4304-A6D8-A9E95E6552E9}" destId="{897F5E89-0463-4789-B6B8-0F3EF1624916}" srcOrd="0" destOrd="0" presId="urn:microsoft.com/office/officeart/2005/8/layout/process1"/>
    <dgm:cxn modelId="{036FA2F7-9E5E-417C-A1ED-54C281100E2B}" type="presParOf" srcId="{802C7EAD-0688-4304-A6D8-A9E95E6552E9}" destId="{60604BFC-5FAC-4AB2-BB0F-5CFEF1627FED}" srcOrd="1" destOrd="0" presId="urn:microsoft.com/office/officeart/2005/8/layout/process1"/>
    <dgm:cxn modelId="{BD23AEFF-0BEA-40D7-AFCB-005B3CBAC2A9}" type="presParOf" srcId="{60604BFC-5FAC-4AB2-BB0F-5CFEF1627FED}" destId="{B678E926-47E8-4842-9A05-886AE1938099}" srcOrd="0" destOrd="0" presId="urn:microsoft.com/office/officeart/2005/8/layout/process1"/>
    <dgm:cxn modelId="{C520A6E0-9638-4EEE-92D3-15E1CCB90FE4}" type="presParOf" srcId="{802C7EAD-0688-4304-A6D8-A9E95E6552E9}" destId="{2FEE74E1-96FC-4234-A9A5-384A4EDD96BB}" srcOrd="2" destOrd="0" presId="urn:microsoft.com/office/officeart/2005/8/layout/process1"/>
    <dgm:cxn modelId="{B7F273A3-90C9-43ED-B642-AA28C55D8C2C}" type="presParOf" srcId="{802C7EAD-0688-4304-A6D8-A9E95E6552E9}" destId="{FF5DE9A5-5A66-4A95-B577-FD97167A3893}" srcOrd="3" destOrd="0" presId="urn:microsoft.com/office/officeart/2005/8/layout/process1"/>
    <dgm:cxn modelId="{C886A72D-A8D5-4C63-AEA0-7247CDDCBF6F}" type="presParOf" srcId="{FF5DE9A5-5A66-4A95-B577-FD97167A3893}" destId="{C7F376A6-125F-4ACB-A8C8-3A43F3AECA69}" srcOrd="0" destOrd="0" presId="urn:microsoft.com/office/officeart/2005/8/layout/process1"/>
    <dgm:cxn modelId="{D8C993A8-D1DE-4ED0-9376-AF3B9EF058E3}" type="presParOf" srcId="{802C7EAD-0688-4304-A6D8-A9E95E6552E9}" destId="{71D962E8-B113-4FBC-BFBD-06B7EE1EB902}" srcOrd="4" destOrd="0" presId="urn:microsoft.com/office/officeart/2005/8/layout/process1"/>
    <dgm:cxn modelId="{EEFBE0E0-3035-494B-85FE-DA1BB82BBCB7}" type="presParOf" srcId="{802C7EAD-0688-4304-A6D8-A9E95E6552E9}" destId="{C20FB7A3-B37E-4AA7-AB97-80A78217CE3F}" srcOrd="5" destOrd="0" presId="urn:microsoft.com/office/officeart/2005/8/layout/process1"/>
    <dgm:cxn modelId="{8A08AF98-7751-428D-AC00-42EA1503DAC6}" type="presParOf" srcId="{C20FB7A3-B37E-4AA7-AB97-80A78217CE3F}" destId="{69194784-53D5-4074-88AD-1E4879E63A61}" srcOrd="0" destOrd="0" presId="urn:microsoft.com/office/officeart/2005/8/layout/process1"/>
    <dgm:cxn modelId="{24D6B261-60C6-4435-9F66-0FB6ABE8C9EB}" type="presParOf" srcId="{802C7EAD-0688-4304-A6D8-A9E95E6552E9}" destId="{827EDDBC-9334-42D6-9647-F26382ECF55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913D2FE-84C6-47C1-A895-68B3941289E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292B5-331F-4676-98E6-A29A13A34327}">
      <dgm:prSet custT="1"/>
      <dgm:spPr/>
      <dgm:t>
        <a:bodyPr/>
        <a:lstStyle/>
        <a:p>
          <a:pPr>
            <a:buNone/>
          </a:pPr>
          <a:r>
            <a:rPr lang="en-US" sz="4400" b="1" dirty="0">
              <a:latin typeface="Rockwell Nova Light" panose="02060303020205020403" pitchFamily="18" charset="0"/>
            </a:rPr>
            <a:t>6. HW and SW Requirements</a:t>
          </a:r>
        </a:p>
      </dgm:t>
    </dgm:pt>
    <dgm:pt modelId="{C19B788F-6075-457E-9E55-D3CD6291F675}" type="sibTrans" cxnId="{4C2F31E0-5619-4294-963D-384F8FB9E60E}">
      <dgm:prSet/>
      <dgm:spPr/>
      <dgm:t>
        <a:bodyPr/>
        <a:lstStyle/>
        <a:p>
          <a:endParaRPr lang="en-US"/>
        </a:p>
      </dgm:t>
    </dgm:pt>
    <dgm:pt modelId="{DBEE3629-A04E-44FD-8228-7D0C6B6F74DB}" type="parTrans" cxnId="{4C2F31E0-5619-4294-963D-384F8FB9E60E}">
      <dgm:prSet/>
      <dgm:spPr/>
      <dgm:t>
        <a:bodyPr/>
        <a:lstStyle/>
        <a:p>
          <a:endParaRPr lang="en-US"/>
        </a:p>
      </dgm:t>
    </dgm:pt>
    <dgm:pt modelId="{9BD63CA1-7721-4EA8-B5FA-122F3C0F19EB}" type="pres">
      <dgm:prSet presAssocID="{A913D2FE-84C6-47C1-A895-68B3941289EF}" presName="linear" presStyleCnt="0">
        <dgm:presLayoutVars>
          <dgm:animLvl val="lvl"/>
          <dgm:resizeHandles val="exact"/>
        </dgm:presLayoutVars>
      </dgm:prSet>
      <dgm:spPr/>
    </dgm:pt>
    <dgm:pt modelId="{CDFD1DAF-549D-41D3-A357-E84B53392FD1}" type="pres">
      <dgm:prSet presAssocID="{935292B5-331F-4676-98E6-A29A13A34327}" presName="parentText" presStyleLbl="node1" presStyleIdx="0" presStyleCnt="1" custAng="10800000" custFlipVert="1" custScaleY="181089" custLinFactNeighborX="866" custLinFactNeighborY="43695">
        <dgm:presLayoutVars>
          <dgm:chMax val="0"/>
          <dgm:bulletEnabled val="1"/>
        </dgm:presLayoutVars>
      </dgm:prSet>
      <dgm:spPr/>
    </dgm:pt>
  </dgm:ptLst>
  <dgm:cxnLst>
    <dgm:cxn modelId="{36D98F25-788B-4F4B-AB09-7E7F14A4BAE9}" type="presOf" srcId="{935292B5-331F-4676-98E6-A29A13A34327}" destId="{CDFD1DAF-549D-41D3-A357-E84B53392FD1}" srcOrd="0" destOrd="0" presId="urn:microsoft.com/office/officeart/2005/8/layout/vList2"/>
    <dgm:cxn modelId="{4E168DAC-F525-4CE0-B38A-4B64196A1DD4}" type="presOf" srcId="{A913D2FE-84C6-47C1-A895-68B3941289EF}" destId="{9BD63CA1-7721-4EA8-B5FA-122F3C0F19EB}" srcOrd="0" destOrd="0" presId="urn:microsoft.com/office/officeart/2005/8/layout/vList2"/>
    <dgm:cxn modelId="{4C2F31E0-5619-4294-963D-384F8FB9E60E}" srcId="{A913D2FE-84C6-47C1-A895-68B3941289EF}" destId="{935292B5-331F-4676-98E6-A29A13A34327}" srcOrd="0" destOrd="0" parTransId="{DBEE3629-A04E-44FD-8228-7D0C6B6F74DB}" sibTransId="{C19B788F-6075-457E-9E55-D3CD6291F675}"/>
    <dgm:cxn modelId="{D57B9BB7-7AA4-406F-9CEC-1A33CB225C18}" type="presParOf" srcId="{9BD63CA1-7721-4EA8-B5FA-122F3C0F19EB}" destId="{CDFD1DAF-549D-41D3-A357-E84B53392F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913D2FE-84C6-47C1-A895-68B3941289E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292B5-331F-4676-98E6-A29A13A34327}">
      <dgm:prSet custT="1"/>
      <dgm:spPr/>
      <dgm:t>
        <a:bodyPr/>
        <a:lstStyle/>
        <a:p>
          <a:pPr>
            <a:buNone/>
          </a:pPr>
          <a:r>
            <a:rPr lang="en-US" sz="3200" b="1" dirty="0">
              <a:latin typeface="Rockwell Nova Light" panose="02060303020205020403" pitchFamily="18" charset="0"/>
            </a:rPr>
            <a:t>6.1 HW Requirements</a:t>
          </a:r>
        </a:p>
      </dgm:t>
    </dgm:pt>
    <dgm:pt modelId="{C19B788F-6075-457E-9E55-D3CD6291F675}" type="sibTrans" cxnId="{4C2F31E0-5619-4294-963D-384F8FB9E60E}">
      <dgm:prSet/>
      <dgm:spPr/>
      <dgm:t>
        <a:bodyPr/>
        <a:lstStyle/>
        <a:p>
          <a:endParaRPr lang="en-US"/>
        </a:p>
      </dgm:t>
    </dgm:pt>
    <dgm:pt modelId="{DBEE3629-A04E-44FD-8228-7D0C6B6F74DB}" type="parTrans" cxnId="{4C2F31E0-5619-4294-963D-384F8FB9E60E}">
      <dgm:prSet/>
      <dgm:spPr/>
      <dgm:t>
        <a:bodyPr/>
        <a:lstStyle/>
        <a:p>
          <a:endParaRPr lang="en-US"/>
        </a:p>
      </dgm:t>
    </dgm:pt>
    <dgm:pt modelId="{9BD63CA1-7721-4EA8-B5FA-122F3C0F19EB}" type="pres">
      <dgm:prSet presAssocID="{A913D2FE-84C6-47C1-A895-68B3941289EF}" presName="linear" presStyleCnt="0">
        <dgm:presLayoutVars>
          <dgm:animLvl val="lvl"/>
          <dgm:resizeHandles val="exact"/>
        </dgm:presLayoutVars>
      </dgm:prSet>
      <dgm:spPr/>
    </dgm:pt>
    <dgm:pt modelId="{CDFD1DAF-549D-41D3-A357-E84B53392FD1}" type="pres">
      <dgm:prSet presAssocID="{935292B5-331F-4676-98E6-A29A13A34327}" presName="parentText" presStyleLbl="node1" presStyleIdx="0" presStyleCnt="1" custAng="10800000" custFlipVert="1" custScaleY="181089" custLinFactNeighborX="372" custLinFactNeighborY="-23">
        <dgm:presLayoutVars>
          <dgm:chMax val="0"/>
          <dgm:bulletEnabled val="1"/>
        </dgm:presLayoutVars>
      </dgm:prSet>
      <dgm:spPr/>
    </dgm:pt>
  </dgm:ptLst>
  <dgm:cxnLst>
    <dgm:cxn modelId="{36D98F25-788B-4F4B-AB09-7E7F14A4BAE9}" type="presOf" srcId="{935292B5-331F-4676-98E6-A29A13A34327}" destId="{CDFD1DAF-549D-41D3-A357-E84B53392FD1}" srcOrd="0" destOrd="0" presId="urn:microsoft.com/office/officeart/2005/8/layout/vList2"/>
    <dgm:cxn modelId="{4E168DAC-F525-4CE0-B38A-4B64196A1DD4}" type="presOf" srcId="{A913D2FE-84C6-47C1-A895-68B3941289EF}" destId="{9BD63CA1-7721-4EA8-B5FA-122F3C0F19EB}" srcOrd="0" destOrd="0" presId="urn:microsoft.com/office/officeart/2005/8/layout/vList2"/>
    <dgm:cxn modelId="{4C2F31E0-5619-4294-963D-384F8FB9E60E}" srcId="{A913D2FE-84C6-47C1-A895-68B3941289EF}" destId="{935292B5-331F-4676-98E6-A29A13A34327}" srcOrd="0" destOrd="0" parTransId="{DBEE3629-A04E-44FD-8228-7D0C6B6F74DB}" sibTransId="{C19B788F-6075-457E-9E55-D3CD6291F675}"/>
    <dgm:cxn modelId="{D57B9BB7-7AA4-406F-9CEC-1A33CB225C18}" type="presParOf" srcId="{9BD63CA1-7721-4EA8-B5FA-122F3C0F19EB}" destId="{CDFD1DAF-549D-41D3-A357-E84B53392F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913D2FE-84C6-47C1-A895-68B3941289E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292B5-331F-4676-98E6-A29A13A34327}">
      <dgm:prSet custT="1"/>
      <dgm:spPr/>
      <dgm:t>
        <a:bodyPr/>
        <a:lstStyle/>
        <a:p>
          <a:pPr>
            <a:buNone/>
          </a:pPr>
          <a:r>
            <a:rPr lang="en-US" sz="3200" b="1" dirty="0">
              <a:latin typeface="Rockwell Nova Light" panose="02060303020205020403" pitchFamily="18" charset="0"/>
            </a:rPr>
            <a:t>6.2 SW Requirements</a:t>
          </a:r>
        </a:p>
      </dgm:t>
    </dgm:pt>
    <dgm:pt modelId="{C19B788F-6075-457E-9E55-D3CD6291F675}" type="sibTrans" cxnId="{4C2F31E0-5619-4294-963D-384F8FB9E60E}">
      <dgm:prSet/>
      <dgm:spPr/>
      <dgm:t>
        <a:bodyPr/>
        <a:lstStyle/>
        <a:p>
          <a:endParaRPr lang="en-US"/>
        </a:p>
      </dgm:t>
    </dgm:pt>
    <dgm:pt modelId="{DBEE3629-A04E-44FD-8228-7D0C6B6F74DB}" type="parTrans" cxnId="{4C2F31E0-5619-4294-963D-384F8FB9E60E}">
      <dgm:prSet/>
      <dgm:spPr/>
      <dgm:t>
        <a:bodyPr/>
        <a:lstStyle/>
        <a:p>
          <a:endParaRPr lang="en-US"/>
        </a:p>
      </dgm:t>
    </dgm:pt>
    <dgm:pt modelId="{9BD63CA1-7721-4EA8-B5FA-122F3C0F19EB}" type="pres">
      <dgm:prSet presAssocID="{A913D2FE-84C6-47C1-A895-68B3941289EF}" presName="linear" presStyleCnt="0">
        <dgm:presLayoutVars>
          <dgm:animLvl val="lvl"/>
          <dgm:resizeHandles val="exact"/>
        </dgm:presLayoutVars>
      </dgm:prSet>
      <dgm:spPr/>
    </dgm:pt>
    <dgm:pt modelId="{CDFD1DAF-549D-41D3-A357-E84B53392FD1}" type="pres">
      <dgm:prSet presAssocID="{935292B5-331F-4676-98E6-A29A13A34327}" presName="parentText" presStyleLbl="node1" presStyleIdx="0" presStyleCnt="1" custAng="10800000" custFlipVert="1" custScaleY="181089" custLinFactNeighborX="372" custLinFactNeighborY="-23">
        <dgm:presLayoutVars>
          <dgm:chMax val="0"/>
          <dgm:bulletEnabled val="1"/>
        </dgm:presLayoutVars>
      </dgm:prSet>
      <dgm:spPr/>
    </dgm:pt>
  </dgm:ptLst>
  <dgm:cxnLst>
    <dgm:cxn modelId="{36D98F25-788B-4F4B-AB09-7E7F14A4BAE9}" type="presOf" srcId="{935292B5-331F-4676-98E6-A29A13A34327}" destId="{CDFD1DAF-549D-41D3-A357-E84B53392FD1}" srcOrd="0" destOrd="0" presId="urn:microsoft.com/office/officeart/2005/8/layout/vList2"/>
    <dgm:cxn modelId="{4E168DAC-F525-4CE0-B38A-4B64196A1DD4}" type="presOf" srcId="{A913D2FE-84C6-47C1-A895-68B3941289EF}" destId="{9BD63CA1-7721-4EA8-B5FA-122F3C0F19EB}" srcOrd="0" destOrd="0" presId="urn:microsoft.com/office/officeart/2005/8/layout/vList2"/>
    <dgm:cxn modelId="{4C2F31E0-5619-4294-963D-384F8FB9E60E}" srcId="{A913D2FE-84C6-47C1-A895-68B3941289EF}" destId="{935292B5-331F-4676-98E6-A29A13A34327}" srcOrd="0" destOrd="0" parTransId="{DBEE3629-A04E-44FD-8228-7D0C6B6F74DB}" sibTransId="{C19B788F-6075-457E-9E55-D3CD6291F675}"/>
    <dgm:cxn modelId="{D57B9BB7-7AA4-406F-9CEC-1A33CB225C18}" type="presParOf" srcId="{9BD63CA1-7721-4EA8-B5FA-122F3C0F19EB}" destId="{CDFD1DAF-549D-41D3-A357-E84B53392F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913D2FE-84C6-47C1-A895-68B3941289E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292B5-331F-4676-98E6-A29A13A34327}">
      <dgm:prSet custT="1"/>
      <dgm:spPr/>
      <dgm:t>
        <a:bodyPr/>
        <a:lstStyle/>
        <a:p>
          <a:r>
            <a:rPr lang="en-US" sz="3200" b="1" dirty="0">
              <a:latin typeface="Rockwell Nova Light" panose="02060303020205020403" pitchFamily="18" charset="0"/>
            </a:rPr>
            <a:t>7. Time Plan</a:t>
          </a:r>
        </a:p>
      </dgm:t>
    </dgm:pt>
    <dgm:pt modelId="{C19B788F-6075-457E-9E55-D3CD6291F675}" type="sibTrans" cxnId="{4C2F31E0-5619-4294-963D-384F8FB9E60E}">
      <dgm:prSet/>
      <dgm:spPr/>
      <dgm:t>
        <a:bodyPr/>
        <a:lstStyle/>
        <a:p>
          <a:endParaRPr lang="en-US"/>
        </a:p>
      </dgm:t>
    </dgm:pt>
    <dgm:pt modelId="{DBEE3629-A04E-44FD-8228-7D0C6B6F74DB}" type="parTrans" cxnId="{4C2F31E0-5619-4294-963D-384F8FB9E60E}">
      <dgm:prSet/>
      <dgm:spPr/>
      <dgm:t>
        <a:bodyPr/>
        <a:lstStyle/>
        <a:p>
          <a:endParaRPr lang="en-US"/>
        </a:p>
      </dgm:t>
    </dgm:pt>
    <dgm:pt modelId="{9BD63CA1-7721-4EA8-B5FA-122F3C0F19EB}" type="pres">
      <dgm:prSet presAssocID="{A913D2FE-84C6-47C1-A895-68B3941289EF}" presName="linear" presStyleCnt="0">
        <dgm:presLayoutVars>
          <dgm:animLvl val="lvl"/>
          <dgm:resizeHandles val="exact"/>
        </dgm:presLayoutVars>
      </dgm:prSet>
      <dgm:spPr/>
    </dgm:pt>
    <dgm:pt modelId="{CDFD1DAF-549D-41D3-A357-E84B53392FD1}" type="pres">
      <dgm:prSet presAssocID="{935292B5-331F-4676-98E6-A29A13A34327}" presName="parentText" presStyleLbl="node1" presStyleIdx="0" presStyleCnt="1" custAng="10800000" custFlipVert="1" custScaleY="181089" custLinFactNeighborY="3664">
        <dgm:presLayoutVars>
          <dgm:chMax val="0"/>
          <dgm:bulletEnabled val="1"/>
        </dgm:presLayoutVars>
      </dgm:prSet>
      <dgm:spPr/>
    </dgm:pt>
  </dgm:ptLst>
  <dgm:cxnLst>
    <dgm:cxn modelId="{36D98F25-788B-4F4B-AB09-7E7F14A4BAE9}" type="presOf" srcId="{935292B5-331F-4676-98E6-A29A13A34327}" destId="{CDFD1DAF-549D-41D3-A357-E84B53392FD1}" srcOrd="0" destOrd="0" presId="urn:microsoft.com/office/officeart/2005/8/layout/vList2"/>
    <dgm:cxn modelId="{4E168DAC-F525-4CE0-B38A-4B64196A1DD4}" type="presOf" srcId="{A913D2FE-84C6-47C1-A895-68B3941289EF}" destId="{9BD63CA1-7721-4EA8-B5FA-122F3C0F19EB}" srcOrd="0" destOrd="0" presId="urn:microsoft.com/office/officeart/2005/8/layout/vList2"/>
    <dgm:cxn modelId="{4C2F31E0-5619-4294-963D-384F8FB9E60E}" srcId="{A913D2FE-84C6-47C1-A895-68B3941289EF}" destId="{935292B5-331F-4676-98E6-A29A13A34327}" srcOrd="0" destOrd="0" parTransId="{DBEE3629-A04E-44FD-8228-7D0C6B6F74DB}" sibTransId="{C19B788F-6075-457E-9E55-D3CD6291F675}"/>
    <dgm:cxn modelId="{D57B9BB7-7AA4-406F-9CEC-1A33CB225C18}" type="presParOf" srcId="{9BD63CA1-7721-4EA8-B5FA-122F3C0F19EB}" destId="{CDFD1DAF-549D-41D3-A357-E84B53392F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913D2FE-84C6-47C1-A895-68B3941289EF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292B5-331F-4676-98E6-A29A13A34327}">
      <dgm:prSet custT="1"/>
      <dgm:spPr/>
      <dgm:t>
        <a:bodyPr/>
        <a:lstStyle/>
        <a:p>
          <a:r>
            <a:rPr lang="en-US" sz="3200" b="1" dirty="0">
              <a:latin typeface="Rockwell Nova Light" panose="02060303020205020403" pitchFamily="18" charset="0"/>
              <a:cs typeface="Times New Roman" panose="02020603050405020304" pitchFamily="18" charset="0"/>
            </a:rPr>
            <a:t>8. References</a:t>
          </a:r>
        </a:p>
      </dgm:t>
    </dgm:pt>
    <dgm:pt modelId="{C19B788F-6075-457E-9E55-D3CD6291F675}" type="sibTrans" cxnId="{4C2F31E0-5619-4294-963D-384F8FB9E60E}">
      <dgm:prSet/>
      <dgm:spPr/>
      <dgm:t>
        <a:bodyPr/>
        <a:lstStyle/>
        <a:p>
          <a:endParaRPr lang="en-US"/>
        </a:p>
      </dgm:t>
    </dgm:pt>
    <dgm:pt modelId="{DBEE3629-A04E-44FD-8228-7D0C6B6F74DB}" type="parTrans" cxnId="{4C2F31E0-5619-4294-963D-384F8FB9E60E}">
      <dgm:prSet/>
      <dgm:spPr/>
      <dgm:t>
        <a:bodyPr/>
        <a:lstStyle/>
        <a:p>
          <a:endParaRPr lang="en-US"/>
        </a:p>
      </dgm:t>
    </dgm:pt>
    <dgm:pt modelId="{9BD63CA1-7721-4EA8-B5FA-122F3C0F19EB}" type="pres">
      <dgm:prSet presAssocID="{A913D2FE-84C6-47C1-A895-68B3941289EF}" presName="linear" presStyleCnt="0">
        <dgm:presLayoutVars>
          <dgm:animLvl val="lvl"/>
          <dgm:resizeHandles val="exact"/>
        </dgm:presLayoutVars>
      </dgm:prSet>
      <dgm:spPr/>
    </dgm:pt>
    <dgm:pt modelId="{CDFD1DAF-549D-41D3-A357-E84B53392FD1}" type="pres">
      <dgm:prSet presAssocID="{935292B5-331F-4676-98E6-A29A13A34327}" presName="parentText" presStyleLbl="node1" presStyleIdx="0" presStyleCnt="1" custAng="10800000" custFlipVert="1" custScaleY="181089" custLinFactNeighborX="27308" custLinFactNeighborY="3269">
        <dgm:presLayoutVars>
          <dgm:chMax val="0"/>
          <dgm:bulletEnabled val="1"/>
        </dgm:presLayoutVars>
      </dgm:prSet>
      <dgm:spPr/>
    </dgm:pt>
  </dgm:ptLst>
  <dgm:cxnLst>
    <dgm:cxn modelId="{36D98F25-788B-4F4B-AB09-7E7F14A4BAE9}" type="presOf" srcId="{935292B5-331F-4676-98E6-A29A13A34327}" destId="{CDFD1DAF-549D-41D3-A357-E84B53392FD1}" srcOrd="0" destOrd="0" presId="urn:microsoft.com/office/officeart/2005/8/layout/vList2"/>
    <dgm:cxn modelId="{4E168DAC-F525-4CE0-B38A-4B64196A1DD4}" type="presOf" srcId="{A913D2FE-84C6-47C1-A895-68B3941289EF}" destId="{9BD63CA1-7721-4EA8-B5FA-122F3C0F19EB}" srcOrd="0" destOrd="0" presId="urn:microsoft.com/office/officeart/2005/8/layout/vList2"/>
    <dgm:cxn modelId="{4C2F31E0-5619-4294-963D-384F8FB9E60E}" srcId="{A913D2FE-84C6-47C1-A895-68B3941289EF}" destId="{935292B5-331F-4676-98E6-A29A13A34327}" srcOrd="0" destOrd="0" parTransId="{DBEE3629-A04E-44FD-8228-7D0C6B6F74DB}" sibTransId="{C19B788F-6075-457E-9E55-D3CD6291F675}"/>
    <dgm:cxn modelId="{D57B9BB7-7AA4-406F-9CEC-1A33CB225C18}" type="presParOf" srcId="{9BD63CA1-7721-4EA8-B5FA-122F3C0F19EB}" destId="{CDFD1DAF-549D-41D3-A357-E84B53392F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8889"/>
          <a:ext cx="2349500" cy="505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Rockwell Nova Light" panose="02060303020205020403" pitchFamily="18" charset="0"/>
            </a:rPr>
            <a:t>Seif Yasser</a:t>
          </a:r>
        </a:p>
      </dsp:txBody>
      <dsp:txXfrm>
        <a:off x="24674" y="33563"/>
        <a:ext cx="2300152" cy="45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17779"/>
          <a:ext cx="2349500" cy="505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Rockwell Nova Light" panose="02060303020205020403" pitchFamily="18" charset="0"/>
            </a:rPr>
            <a:t>Mohannad Sabry</a:t>
          </a:r>
        </a:p>
      </dsp:txBody>
      <dsp:txXfrm>
        <a:off x="24674" y="42453"/>
        <a:ext cx="2300152" cy="4560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10"/>
          <a:ext cx="2349500" cy="52320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Rockwell Nova Light" panose="02060303020205020403" pitchFamily="18" charset="0"/>
            </a:rPr>
            <a:t>Mohamed</a:t>
          </a:r>
          <a:r>
            <a:rPr lang="en-US" sz="1900" b="1" kern="1200" dirty="0">
              <a:latin typeface="Rockwell Nova Light" panose="02060303020205020403" pitchFamily="18" charset="0"/>
            </a:rPr>
            <a:t> Hassan</a:t>
          </a:r>
        </a:p>
      </dsp:txBody>
      <dsp:txXfrm>
        <a:off x="25541" y="25551"/>
        <a:ext cx="2298418" cy="4721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13024"/>
          <a:ext cx="2349500" cy="505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latin typeface="Rockwell Nova Light" panose="02060303020205020403" pitchFamily="18" charset="0"/>
            </a:rPr>
            <a:t>Shimaa</a:t>
          </a:r>
          <a:r>
            <a:rPr lang="en-US" sz="2000" b="1" kern="1200" dirty="0">
              <a:latin typeface="Rockwell Nova Light" panose="02060303020205020403" pitchFamily="18" charset="0"/>
            </a:rPr>
            <a:t> Rabia</a:t>
          </a:r>
        </a:p>
      </dsp:txBody>
      <dsp:txXfrm>
        <a:off x="24674" y="37698"/>
        <a:ext cx="2300152" cy="4560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17779"/>
          <a:ext cx="2349500" cy="505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Rockwell Nova Light" panose="02060303020205020403" pitchFamily="18" charset="0"/>
            </a:rPr>
            <a:t>Ziad Hafez </a:t>
          </a:r>
        </a:p>
      </dsp:txBody>
      <dsp:txXfrm>
        <a:off x="24674" y="42453"/>
        <a:ext cx="2300152" cy="4560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13024"/>
          <a:ext cx="2349500" cy="505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Rockwell Nova Light" panose="02060303020205020403" pitchFamily="18" charset="0"/>
            </a:rPr>
            <a:t>Loai Ahmed </a:t>
          </a:r>
        </a:p>
      </dsp:txBody>
      <dsp:txXfrm>
        <a:off x="24674" y="37698"/>
        <a:ext cx="2300152" cy="4560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601"/>
          <a:ext cx="3006660" cy="74221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Our Team </a:t>
          </a:r>
        </a:p>
      </dsp:txBody>
      <dsp:txXfrm>
        <a:off x="36232" y="36833"/>
        <a:ext cx="2934196" cy="6697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15486"/>
          <a:ext cx="3511681" cy="101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 Nova Light" panose="02060303020205020403" pitchFamily="18" charset="0"/>
            </a:rPr>
            <a:t>T.A. Abdelrahman Ali</a:t>
          </a:r>
        </a:p>
      </dsp:txBody>
      <dsp:txXfrm>
        <a:off x="49347" y="64833"/>
        <a:ext cx="3412987" cy="9121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0"/>
          <a:ext cx="3622028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 Nova Light" panose="02060303020205020403" pitchFamily="18" charset="0"/>
            </a:rPr>
            <a:t>Dr. Mervat Al-</a:t>
          </a:r>
          <a:r>
            <a:rPr lang="en-US" sz="2400" b="1" kern="1200" dirty="0" err="1">
              <a:latin typeface="Rockwell Nova Light" panose="02060303020205020403" pitchFamily="18" charset="0"/>
            </a:rPr>
            <a:t>Qutt</a:t>
          </a:r>
          <a:endParaRPr lang="en-US" sz="2400" b="1" kern="1200" dirty="0">
            <a:latin typeface="Rockwell Nova Light" panose="02060303020205020403" pitchFamily="18" charset="0"/>
          </a:endParaRPr>
        </a:p>
      </dsp:txBody>
      <dsp:txXfrm>
        <a:off x="37467" y="37467"/>
        <a:ext cx="3547094" cy="6925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9424D-8796-41F4-9E24-931E9929A48C}">
      <dsp:nvSpPr>
        <dsp:cNvPr id="0" name=""/>
        <dsp:cNvSpPr/>
      </dsp:nvSpPr>
      <dsp:spPr>
        <a:xfrm>
          <a:off x="0" y="0"/>
          <a:ext cx="3118628" cy="7846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Supervisors</a:t>
          </a:r>
        </a:p>
      </dsp:txBody>
      <dsp:txXfrm>
        <a:off x="38301" y="38301"/>
        <a:ext cx="3042026" cy="7080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0CF49-F97E-423E-A44B-920A25884CD2}">
      <dsp:nvSpPr>
        <dsp:cNvPr id="0" name=""/>
        <dsp:cNvSpPr/>
      </dsp:nvSpPr>
      <dsp:spPr>
        <a:xfrm>
          <a:off x="0" y="240"/>
          <a:ext cx="2233386" cy="79941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baseline="0" dirty="0">
              <a:latin typeface="Rockwell Nova Light" panose="02060303020205020403" pitchFamily="18" charset="0"/>
            </a:rPr>
            <a:t>Agenda</a:t>
          </a:r>
          <a:endParaRPr lang="en-US" sz="3600" kern="1200" dirty="0">
            <a:latin typeface="Rockwell Nova Light" panose="02060303020205020403" pitchFamily="18" charset="0"/>
          </a:endParaRPr>
        </a:p>
      </dsp:txBody>
      <dsp:txXfrm>
        <a:off x="39024" y="39264"/>
        <a:ext cx="2155338" cy="72136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83BE4-CCE3-435B-9D47-E9A1948683B7}">
      <dsp:nvSpPr>
        <dsp:cNvPr id="0" name=""/>
        <dsp:cNvSpPr/>
      </dsp:nvSpPr>
      <dsp:spPr>
        <a:xfrm>
          <a:off x="0" y="744"/>
          <a:ext cx="4229100" cy="7612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baseline="0" dirty="0">
              <a:latin typeface="Rockwell Nova Light" panose="02060303020205020403" pitchFamily="18" charset="0"/>
            </a:rPr>
            <a:t>1. Introduction</a:t>
          </a:r>
          <a:endParaRPr lang="en-US" sz="3200" kern="1200" dirty="0">
            <a:latin typeface="Rockwell Nova Light" panose="02060303020205020403" pitchFamily="18" charset="0"/>
          </a:endParaRPr>
        </a:p>
      </dsp:txBody>
      <dsp:txXfrm>
        <a:off x="37161" y="37905"/>
        <a:ext cx="4154778" cy="68693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83BE4-CCE3-435B-9D47-E9A1948683B7}">
      <dsp:nvSpPr>
        <dsp:cNvPr id="0" name=""/>
        <dsp:cNvSpPr/>
      </dsp:nvSpPr>
      <dsp:spPr>
        <a:xfrm>
          <a:off x="0" y="744"/>
          <a:ext cx="4229100" cy="7612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baseline="0" dirty="0">
              <a:latin typeface="Rockwell Nova Light" panose="02060303020205020403" pitchFamily="18" charset="0"/>
            </a:rPr>
            <a:t>1. Introduction</a:t>
          </a:r>
          <a:endParaRPr lang="en-US" sz="3200" kern="1200" dirty="0">
            <a:latin typeface="Rockwell Nova Light" panose="02060303020205020403" pitchFamily="18" charset="0"/>
          </a:endParaRPr>
        </a:p>
      </dsp:txBody>
      <dsp:txXfrm>
        <a:off x="37161" y="37905"/>
        <a:ext cx="4154778" cy="68693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944FA3-0F87-404C-BD07-338392631E44}">
      <dsp:nvSpPr>
        <dsp:cNvPr id="0" name=""/>
        <dsp:cNvSpPr/>
      </dsp:nvSpPr>
      <dsp:spPr>
        <a:xfrm>
          <a:off x="5620" y="0"/>
          <a:ext cx="4925609" cy="7747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2. Problem Statement</a:t>
          </a:r>
        </a:p>
      </dsp:txBody>
      <dsp:txXfrm>
        <a:off x="43438" y="37818"/>
        <a:ext cx="4849973" cy="69906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944FA3-0F87-404C-BD07-338392631E44}">
      <dsp:nvSpPr>
        <dsp:cNvPr id="0" name=""/>
        <dsp:cNvSpPr/>
      </dsp:nvSpPr>
      <dsp:spPr>
        <a:xfrm>
          <a:off x="0" y="295"/>
          <a:ext cx="5308600" cy="7998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3. Survey &amp; Background</a:t>
          </a:r>
        </a:p>
      </dsp:txBody>
      <dsp:txXfrm>
        <a:off x="39043" y="39338"/>
        <a:ext cx="5230514" cy="72171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944FA3-0F87-404C-BD07-338392631E44}">
      <dsp:nvSpPr>
        <dsp:cNvPr id="0" name=""/>
        <dsp:cNvSpPr/>
      </dsp:nvSpPr>
      <dsp:spPr>
        <a:xfrm>
          <a:off x="0" y="295"/>
          <a:ext cx="5308600" cy="7998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3. Background</a:t>
          </a:r>
        </a:p>
      </dsp:txBody>
      <dsp:txXfrm>
        <a:off x="39043" y="39338"/>
        <a:ext cx="5230514" cy="72171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944FA3-0F87-404C-BD07-338392631E44}">
      <dsp:nvSpPr>
        <dsp:cNvPr id="0" name=""/>
        <dsp:cNvSpPr/>
      </dsp:nvSpPr>
      <dsp:spPr>
        <a:xfrm>
          <a:off x="0" y="147"/>
          <a:ext cx="2819400" cy="7998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4. Objective</a:t>
          </a:r>
        </a:p>
      </dsp:txBody>
      <dsp:txXfrm>
        <a:off x="39043" y="39190"/>
        <a:ext cx="2741314" cy="72171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D1DAF-549D-41D3-A357-E84B53392FD1}">
      <dsp:nvSpPr>
        <dsp:cNvPr id="0" name=""/>
        <dsp:cNvSpPr/>
      </dsp:nvSpPr>
      <dsp:spPr>
        <a:xfrm rot="10800000" flipV="1">
          <a:off x="0" y="89874"/>
          <a:ext cx="5435600" cy="6455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5. System Architecture</a:t>
          </a:r>
        </a:p>
      </dsp:txBody>
      <dsp:txXfrm rot="-10800000">
        <a:off x="31515" y="121389"/>
        <a:ext cx="5372570" cy="58255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F5E89-0463-4789-B6B8-0F3EF1624916}">
      <dsp:nvSpPr>
        <dsp:cNvPr id="0" name=""/>
        <dsp:cNvSpPr/>
      </dsp:nvSpPr>
      <dsp:spPr>
        <a:xfrm>
          <a:off x="4104" y="1686709"/>
          <a:ext cx="1794464" cy="10766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ckwell Nova Light" panose="02060303020205020403" pitchFamily="18" charset="0"/>
            </a:rPr>
            <a:t>Traffic Sniffer</a:t>
          </a:r>
        </a:p>
      </dsp:txBody>
      <dsp:txXfrm>
        <a:off x="35639" y="1718244"/>
        <a:ext cx="1731394" cy="1013608"/>
      </dsp:txXfrm>
    </dsp:sp>
    <dsp:sp modelId="{60604BFC-5FAC-4AB2-BB0F-5CFEF1627FED}">
      <dsp:nvSpPr>
        <dsp:cNvPr id="0" name=""/>
        <dsp:cNvSpPr/>
      </dsp:nvSpPr>
      <dsp:spPr>
        <a:xfrm>
          <a:off x="1978015" y="2002534"/>
          <a:ext cx="380426" cy="4450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>
            <a:latin typeface="Rockwell Nova Light" panose="02060303020205020403" pitchFamily="18" charset="0"/>
          </a:endParaRPr>
        </a:p>
      </dsp:txBody>
      <dsp:txXfrm>
        <a:off x="1978015" y="2091539"/>
        <a:ext cx="266298" cy="267017"/>
      </dsp:txXfrm>
    </dsp:sp>
    <dsp:sp modelId="{2FEE74E1-96FC-4234-A9A5-384A4EDD96BB}">
      <dsp:nvSpPr>
        <dsp:cNvPr id="0" name=""/>
        <dsp:cNvSpPr/>
      </dsp:nvSpPr>
      <dsp:spPr>
        <a:xfrm>
          <a:off x="2516354" y="1686709"/>
          <a:ext cx="1794464" cy="1076678"/>
        </a:xfrm>
        <a:prstGeom prst="roundRect">
          <a:avLst>
            <a:gd name="adj" fmla="val 10000"/>
          </a:avLst>
        </a:prstGeom>
        <a:solidFill>
          <a:schemeClr val="accent3">
            <a:hueOff val="-2814645"/>
            <a:satOff val="3487"/>
            <a:lumOff val="-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ckwell Nova Light" panose="02060303020205020403" pitchFamily="18" charset="0"/>
            </a:rPr>
            <a:t>Data Processor</a:t>
          </a:r>
        </a:p>
      </dsp:txBody>
      <dsp:txXfrm>
        <a:off x="2547889" y="1718244"/>
        <a:ext cx="1731394" cy="1013608"/>
      </dsp:txXfrm>
    </dsp:sp>
    <dsp:sp modelId="{FF5DE9A5-5A66-4A95-B577-FD97167A3893}">
      <dsp:nvSpPr>
        <dsp:cNvPr id="0" name=""/>
        <dsp:cNvSpPr/>
      </dsp:nvSpPr>
      <dsp:spPr>
        <a:xfrm>
          <a:off x="4490265" y="2002534"/>
          <a:ext cx="380426" cy="4450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221967"/>
            <a:satOff val="5230"/>
            <a:lumOff val="-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>
            <a:latin typeface="Rockwell Nova Light" panose="02060303020205020403" pitchFamily="18" charset="0"/>
          </a:endParaRPr>
        </a:p>
      </dsp:txBody>
      <dsp:txXfrm>
        <a:off x="4490265" y="2091539"/>
        <a:ext cx="266298" cy="267017"/>
      </dsp:txXfrm>
    </dsp:sp>
    <dsp:sp modelId="{71D962E8-B113-4FBC-BFBD-06B7EE1EB902}">
      <dsp:nvSpPr>
        <dsp:cNvPr id="0" name=""/>
        <dsp:cNvSpPr/>
      </dsp:nvSpPr>
      <dsp:spPr>
        <a:xfrm>
          <a:off x="5028604" y="1686709"/>
          <a:ext cx="1794464" cy="1076678"/>
        </a:xfrm>
        <a:prstGeom prst="roundRect">
          <a:avLst>
            <a:gd name="adj" fmla="val 10000"/>
          </a:avLst>
        </a:prstGeom>
        <a:solidFill>
          <a:schemeClr val="accent3">
            <a:hueOff val="-5629289"/>
            <a:satOff val="6973"/>
            <a:lumOff val="-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ckwell Nova Light" panose="02060303020205020403" pitchFamily="18" charset="0"/>
            </a:rPr>
            <a:t>AI Threat Detector</a:t>
          </a:r>
        </a:p>
      </dsp:txBody>
      <dsp:txXfrm>
        <a:off x="5060139" y="1718244"/>
        <a:ext cx="1731394" cy="1013608"/>
      </dsp:txXfrm>
    </dsp:sp>
    <dsp:sp modelId="{C20FB7A3-B37E-4AA7-AB97-80A78217CE3F}">
      <dsp:nvSpPr>
        <dsp:cNvPr id="0" name=""/>
        <dsp:cNvSpPr/>
      </dsp:nvSpPr>
      <dsp:spPr>
        <a:xfrm>
          <a:off x="7002515" y="2002534"/>
          <a:ext cx="380426" cy="4450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8443933"/>
            <a:satOff val="10460"/>
            <a:lumOff val="-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>
            <a:latin typeface="Rockwell Nova Light" panose="02060303020205020403" pitchFamily="18" charset="0"/>
          </a:endParaRPr>
        </a:p>
      </dsp:txBody>
      <dsp:txXfrm>
        <a:off x="7002515" y="2091539"/>
        <a:ext cx="266298" cy="267017"/>
      </dsp:txXfrm>
    </dsp:sp>
    <dsp:sp modelId="{827EDDBC-9334-42D6-9647-F26382ECF551}">
      <dsp:nvSpPr>
        <dsp:cNvPr id="0" name=""/>
        <dsp:cNvSpPr/>
      </dsp:nvSpPr>
      <dsp:spPr>
        <a:xfrm>
          <a:off x="7540855" y="1686709"/>
          <a:ext cx="1794464" cy="1076678"/>
        </a:xfrm>
        <a:prstGeom prst="roundRect">
          <a:avLst>
            <a:gd name="adj" fmla="val 10000"/>
          </a:avLst>
        </a:prstGeom>
        <a:solidFill>
          <a:schemeClr val="accent3">
            <a:hueOff val="-8443933"/>
            <a:satOff val="10460"/>
            <a:lumOff val="-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ckwell Nova Light" panose="02060303020205020403" pitchFamily="18" charset="0"/>
            </a:rPr>
            <a:t>Automated Defense System</a:t>
          </a:r>
        </a:p>
      </dsp:txBody>
      <dsp:txXfrm>
        <a:off x="7572390" y="1718244"/>
        <a:ext cx="1731394" cy="101360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D1DAF-549D-41D3-A357-E84B53392FD1}">
      <dsp:nvSpPr>
        <dsp:cNvPr id="0" name=""/>
        <dsp:cNvSpPr/>
      </dsp:nvSpPr>
      <dsp:spPr>
        <a:xfrm rot="10800000" flipV="1">
          <a:off x="0" y="20640"/>
          <a:ext cx="8444204" cy="21695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>
              <a:latin typeface="Rockwell Nova Light" panose="02060303020205020403" pitchFamily="18" charset="0"/>
            </a:rPr>
            <a:t>6. HW and SW Requirements</a:t>
          </a:r>
        </a:p>
      </dsp:txBody>
      <dsp:txXfrm rot="-10800000">
        <a:off x="105911" y="126551"/>
        <a:ext cx="8232382" cy="195776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D1DAF-549D-41D3-A357-E84B53392FD1}">
      <dsp:nvSpPr>
        <dsp:cNvPr id="0" name=""/>
        <dsp:cNvSpPr/>
      </dsp:nvSpPr>
      <dsp:spPr>
        <a:xfrm rot="10800000" flipV="1">
          <a:off x="0" y="89874"/>
          <a:ext cx="5404498" cy="6455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6.1 HW Requirements</a:t>
          </a:r>
        </a:p>
      </dsp:txBody>
      <dsp:txXfrm rot="-10800000">
        <a:off x="31515" y="121389"/>
        <a:ext cx="5341468" cy="58255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D1DAF-549D-41D3-A357-E84B53392FD1}">
      <dsp:nvSpPr>
        <dsp:cNvPr id="0" name=""/>
        <dsp:cNvSpPr/>
      </dsp:nvSpPr>
      <dsp:spPr>
        <a:xfrm rot="10800000" flipV="1">
          <a:off x="0" y="89874"/>
          <a:ext cx="5292531" cy="6455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6.2 SW Requirements</a:t>
          </a:r>
        </a:p>
      </dsp:txBody>
      <dsp:txXfrm rot="-10800000">
        <a:off x="31515" y="121389"/>
        <a:ext cx="5229501" cy="58255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D1DAF-549D-41D3-A357-E84B53392FD1}">
      <dsp:nvSpPr>
        <dsp:cNvPr id="0" name=""/>
        <dsp:cNvSpPr/>
      </dsp:nvSpPr>
      <dsp:spPr>
        <a:xfrm rot="10800000" flipV="1">
          <a:off x="0" y="628"/>
          <a:ext cx="3474056" cy="6433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</a:rPr>
            <a:t>7. Time Plan</a:t>
          </a:r>
        </a:p>
      </dsp:txBody>
      <dsp:txXfrm rot="-10800000">
        <a:off x="31404" y="32032"/>
        <a:ext cx="3411248" cy="58050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D1DAF-549D-41D3-A357-E84B53392FD1}">
      <dsp:nvSpPr>
        <dsp:cNvPr id="0" name=""/>
        <dsp:cNvSpPr/>
      </dsp:nvSpPr>
      <dsp:spPr>
        <a:xfrm rot="10800000" flipV="1">
          <a:off x="0" y="101611"/>
          <a:ext cx="3467100" cy="6455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Rockwell Nova Light" panose="02060303020205020403" pitchFamily="18" charset="0"/>
              <a:cs typeface="Times New Roman" panose="02020603050405020304" pitchFamily="18" charset="0"/>
            </a:rPr>
            <a:t>8. References</a:t>
          </a:r>
        </a:p>
      </dsp:txBody>
      <dsp:txXfrm rot="-10800000">
        <a:off x="31515" y="133126"/>
        <a:ext cx="3404070" cy="582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2025-11-20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2025-11-20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21" Type="http://schemas.microsoft.com/office/2007/relationships/diagramDrawing" Target="../diagrams/drawing4.xml"/><Relationship Id="rId34" Type="http://schemas.openxmlformats.org/officeDocument/2006/relationships/diagramLayout" Target="../diagrams/layout7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33" Type="http://schemas.openxmlformats.org/officeDocument/2006/relationships/diagramData" Target="../diagrams/data7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32" Type="http://schemas.openxmlformats.org/officeDocument/2006/relationships/image" Target="../media/image1.png"/><Relationship Id="rId37" Type="http://schemas.microsoft.com/office/2007/relationships/diagramDrawing" Target="../diagrams/drawing7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36" Type="http://schemas.openxmlformats.org/officeDocument/2006/relationships/diagramColors" Target="../diagrams/colors7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Relationship Id="rId35" Type="http://schemas.openxmlformats.org/officeDocument/2006/relationships/diagramQuickStyle" Target="../diagrams/quickStyle7.xml"/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Data" Target="../diagrams/data10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image" Target="../media/image1.png"/><Relationship Id="rId17" Type="http://schemas.microsoft.com/office/2007/relationships/diagramDrawing" Target="../diagrams/drawing10.xml"/><Relationship Id="rId2" Type="http://schemas.openxmlformats.org/officeDocument/2006/relationships/diagramData" Target="../diagrams/data8.xml"/><Relationship Id="rId16" Type="http://schemas.openxmlformats.org/officeDocument/2006/relationships/diagramColors" Target="../diagrams/colors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5" Type="http://schemas.openxmlformats.org/officeDocument/2006/relationships/diagramQuickStyle" Target="../diagrams/quickStyle10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Layout" Target="../diagrams/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9.xml"/><Relationship Id="rId3" Type="http://schemas.openxmlformats.org/officeDocument/2006/relationships/diagramLayout" Target="../diagrams/layout18.xml"/><Relationship Id="rId7" Type="http://schemas.openxmlformats.org/officeDocument/2006/relationships/image" Target="../media/image1.png"/><Relationship Id="rId12" Type="http://schemas.microsoft.com/office/2007/relationships/diagramDrawing" Target="../diagrams/drawing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8.xml"/><Relationship Id="rId11" Type="http://schemas.openxmlformats.org/officeDocument/2006/relationships/diagramColors" Target="../diagrams/colors19.xml"/><Relationship Id="rId5" Type="http://schemas.openxmlformats.org/officeDocument/2006/relationships/diagramColors" Target="../diagrams/colors18.xml"/><Relationship Id="rId10" Type="http://schemas.openxmlformats.org/officeDocument/2006/relationships/diagramQuickStyle" Target="../diagrams/quickStyle19.xml"/><Relationship Id="rId4" Type="http://schemas.openxmlformats.org/officeDocument/2006/relationships/diagramQuickStyle" Target="../diagrams/quickStyle18.xml"/><Relationship Id="rId9" Type="http://schemas.openxmlformats.org/officeDocument/2006/relationships/diagramLayout" Target="../diagrams/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1.xml"/><Relationship Id="rId7" Type="http://schemas.openxmlformats.org/officeDocument/2006/relationships/image" Target="../media/image1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diagramLayout" Target="../diagrams/layout22.xml"/><Relationship Id="rId7" Type="http://schemas.openxmlformats.org/officeDocument/2006/relationships/image" Target="../media/image1.png"/><Relationship Id="rId12" Type="http://schemas.openxmlformats.org/officeDocument/2006/relationships/image" Target="../media/image8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2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22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22.xml"/><Relationship Id="rId9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kubernetes.io/" TargetMode="External"/><Relationship Id="rId3" Type="http://schemas.openxmlformats.org/officeDocument/2006/relationships/diagramLayout" Target="../diagrams/layout24.xml"/><Relationship Id="rId7" Type="http://schemas.openxmlformats.org/officeDocument/2006/relationships/image" Target="../media/image1.png"/><Relationship Id="rId12" Type="http://schemas.openxmlformats.org/officeDocument/2006/relationships/hyperlink" Target="https://kserve.github.io/website/" TargetMode="Externa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4.xml"/><Relationship Id="rId11" Type="http://schemas.openxmlformats.org/officeDocument/2006/relationships/hyperlink" Target="https://www.redhat.com/en/blog/capture-packets-kubernetes-ksniff" TargetMode="External"/><Relationship Id="rId5" Type="http://schemas.openxmlformats.org/officeDocument/2006/relationships/diagramColors" Target="../diagrams/colors24.xml"/><Relationship Id="rId10" Type="http://schemas.openxmlformats.org/officeDocument/2006/relationships/hyperlink" Target="https://doi.org/10.1038/s41598-025-91606-8" TargetMode="External"/><Relationship Id="rId4" Type="http://schemas.openxmlformats.org/officeDocument/2006/relationships/diagramQuickStyle" Target="../diagrams/quickStyle24.xml"/><Relationship Id="rId9" Type="http://schemas.openxmlformats.org/officeDocument/2006/relationships/hyperlink" Target="https://www.docker.com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7300" y="2120900"/>
            <a:ext cx="8813800" cy="2895600"/>
          </a:xfrm>
        </p:spPr>
        <p:txBody>
          <a:bodyPr/>
          <a:lstStyle/>
          <a:p>
            <a:r>
              <a:rPr lang="en-US" sz="8800" dirty="0">
                <a:solidFill>
                  <a:schemeClr val="bg1"/>
                </a:solidFill>
                <a:latin typeface="Rockwell Nova Light" panose="02060303020205020403" pitchFamily="18" charset="0"/>
              </a:rPr>
              <a:t>K</a:t>
            </a: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ubernetes </a:t>
            </a:r>
            <a:r>
              <a:rPr lang="en-US" sz="7200" dirty="0">
                <a:solidFill>
                  <a:schemeClr val="bg1"/>
                </a:solidFill>
                <a:latin typeface="Rockwell Nova Light" panose="02060303020205020403" pitchFamily="18" charset="0"/>
              </a:rPr>
              <a:t>C</a:t>
            </a: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ybersecurity </a:t>
            </a:r>
            <a:r>
              <a:rPr lang="en-US" sz="8000" dirty="0">
                <a:solidFill>
                  <a:schemeClr val="bg1"/>
                </a:solidFill>
                <a:latin typeface="Rockwell Nova Light" panose="02060303020205020403" pitchFamily="18" charset="0"/>
              </a:rPr>
              <a:t>D</a:t>
            </a: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efense System</a:t>
            </a:r>
          </a:p>
        </p:txBody>
      </p:sp>
      <p:pic>
        <p:nvPicPr>
          <p:cNvPr id="5" name="Picture 4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37634CC0-9D8E-6AD4-5BB7-0CE95946A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337" y="88900"/>
            <a:ext cx="1693863" cy="16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B6EB-EA61-44A5-9C1E-BB4D3683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6921F-F05E-2CB1-0A03-165D944B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9D2C43-AF67-3561-86E8-04E00887A02C}"/>
              </a:ext>
            </a:extLst>
          </p:cNvPr>
          <p:cNvGrpSpPr/>
          <p:nvPr/>
        </p:nvGrpSpPr>
        <p:grpSpPr>
          <a:xfrm>
            <a:off x="698500" y="2400196"/>
            <a:ext cx="5295900" cy="2758576"/>
            <a:chOff x="698500" y="2400196"/>
            <a:chExt cx="5295900" cy="2758576"/>
          </a:xfrm>
        </p:grpSpPr>
        <p:graphicFrame>
          <p:nvGraphicFramePr>
            <p:cNvPr id="12" name="Diagram 11">
              <a:extLst>
                <a:ext uri="{FF2B5EF4-FFF2-40B4-BE49-F238E27FC236}">
                  <a16:creationId xmlns:a16="http://schemas.microsoft.com/office/drawing/2014/main" id="{8A56001A-0932-5A5E-A2E4-5E2ABCBCFB6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70896224"/>
                </p:ext>
              </p:extLst>
            </p:nvPr>
          </p:nvGraphicFramePr>
          <p:xfrm>
            <a:off x="3644900" y="4635552"/>
            <a:ext cx="2349500" cy="5232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16" name="Diagram 15">
              <a:extLst>
                <a:ext uri="{FF2B5EF4-FFF2-40B4-BE49-F238E27FC236}">
                  <a16:creationId xmlns:a16="http://schemas.microsoft.com/office/drawing/2014/main" id="{E6CB6420-1636-CCC0-8240-E0F5DFB5C2A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31799281"/>
                </p:ext>
              </p:extLst>
            </p:nvPr>
          </p:nvGraphicFramePr>
          <p:xfrm>
            <a:off x="3644900" y="2400196"/>
            <a:ext cx="2349500" cy="5232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17" name="Diagram 16">
              <a:extLst>
                <a:ext uri="{FF2B5EF4-FFF2-40B4-BE49-F238E27FC236}">
                  <a16:creationId xmlns:a16="http://schemas.microsoft.com/office/drawing/2014/main" id="{D8CDF6D9-9240-55FA-1C7E-E2813311CA2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63126017"/>
                </p:ext>
              </p:extLst>
            </p:nvPr>
          </p:nvGraphicFramePr>
          <p:xfrm>
            <a:off x="698500" y="3509056"/>
            <a:ext cx="2349500" cy="5232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19" name="Diagram 18">
              <a:extLst>
                <a:ext uri="{FF2B5EF4-FFF2-40B4-BE49-F238E27FC236}">
                  <a16:creationId xmlns:a16="http://schemas.microsoft.com/office/drawing/2014/main" id="{1918BBE1-0755-5FBE-7F56-DBD26DBD0F6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4557174"/>
                </p:ext>
              </p:extLst>
            </p:nvPr>
          </p:nvGraphicFramePr>
          <p:xfrm>
            <a:off x="698500" y="2412948"/>
            <a:ext cx="2349500" cy="5232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graphicFrame>
          <p:nvGraphicFramePr>
            <p:cNvPr id="20" name="Diagram 19">
              <a:extLst>
                <a:ext uri="{FF2B5EF4-FFF2-40B4-BE49-F238E27FC236}">
                  <a16:creationId xmlns:a16="http://schemas.microsoft.com/office/drawing/2014/main" id="{8955F8E0-A426-1297-CB7D-CF6B139F190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47560838"/>
                </p:ext>
              </p:extLst>
            </p:nvPr>
          </p:nvGraphicFramePr>
          <p:xfrm>
            <a:off x="698500" y="4635552"/>
            <a:ext cx="2349500" cy="5232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aphicFrame>
          <p:nvGraphicFramePr>
            <p:cNvPr id="21" name="Diagram 20">
              <a:extLst>
                <a:ext uri="{FF2B5EF4-FFF2-40B4-BE49-F238E27FC236}">
                  <a16:creationId xmlns:a16="http://schemas.microsoft.com/office/drawing/2014/main" id="{6CF774AE-CA5D-FB0C-7929-8649F5FA66E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22918728"/>
                </p:ext>
              </p:extLst>
            </p:nvPr>
          </p:nvGraphicFramePr>
          <p:xfrm>
            <a:off x="3644900" y="3509056"/>
            <a:ext cx="2349500" cy="5232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</p:grpSp>
      <p:pic>
        <p:nvPicPr>
          <p:cNvPr id="23" name="Picture 22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20378E3E-8410-88F6-26F9-15E5D56E199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047445" y="-1"/>
            <a:ext cx="1138205" cy="1138205"/>
          </a:xfrm>
          <a:prstGeom prst="rect">
            <a:avLst/>
          </a:prstGeom>
        </p:spPr>
      </p:pic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27FB02C7-CA7E-1B9F-6AED-C3D15A61E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3419648"/>
              </p:ext>
            </p:extLst>
          </p:nvPr>
        </p:nvGraphicFramePr>
        <p:xfrm>
          <a:off x="1747676" y="1097240"/>
          <a:ext cx="3006660" cy="74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3" r:lo="rId34" r:qs="rId35" r:cs="rId36"/>
          </a:graphicData>
        </a:graphic>
      </p:graphicFrame>
    </p:spTree>
    <p:extLst>
      <p:ext uri="{BB962C8B-B14F-4D97-AF65-F5344CB8AC3E}">
        <p14:creationId xmlns:p14="http://schemas.microsoft.com/office/powerpoint/2010/main" val="3374836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871B-6BE6-D8C3-3C1B-F09E7040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C022CF-1991-B0C3-A6F6-EDC5AAD9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2785344-BFA3-AA8E-EDF5-6AAA7660DD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466437"/>
              </p:ext>
            </p:extLst>
          </p:nvPr>
        </p:nvGraphicFramePr>
        <p:xfrm>
          <a:off x="5231103" y="4462260"/>
          <a:ext cx="3511681" cy="1026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F1FD353D-4CBE-803F-56CB-AF27DE1457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764378"/>
              </p:ext>
            </p:extLst>
          </p:nvPr>
        </p:nvGraphicFramePr>
        <p:xfrm>
          <a:off x="2078976" y="2849915"/>
          <a:ext cx="3622028" cy="784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3" name="Picture 22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5B7DAAB5-687B-D62B-B2F3-6B61DB54A2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2882" y="0"/>
            <a:ext cx="1289568" cy="1289568"/>
          </a:xfrm>
          <a:prstGeom prst="rect">
            <a:avLst/>
          </a:prstGeom>
        </p:spPr>
      </p:pic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1029BBF4-69B0-8462-4271-4EEB80B391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710696"/>
              </p:ext>
            </p:extLst>
          </p:nvPr>
        </p:nvGraphicFramePr>
        <p:xfrm>
          <a:off x="313936" y="1054100"/>
          <a:ext cx="3118628" cy="784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236265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6B0A3DC-5AC0-2A7A-50D0-F782CE8DB5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5480990"/>
              </p:ext>
            </p:extLst>
          </p:nvPr>
        </p:nvGraphicFramePr>
        <p:xfrm>
          <a:off x="444500" y="597159"/>
          <a:ext cx="2233386" cy="799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7A45A-2127-E0AC-CCAE-502A3F9D8685}"/>
              </a:ext>
            </a:extLst>
          </p:cNvPr>
          <p:cNvSpPr txBox="1"/>
          <p:nvPr/>
        </p:nvSpPr>
        <p:spPr>
          <a:xfrm>
            <a:off x="444500" y="2046238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Survey and Background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Objective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HW and SW 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Time Plan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Rockwell Nova Light" panose="02060303020205020403" pitchFamily="18" charset="0"/>
              </a:rPr>
              <a:t>References</a:t>
            </a:r>
          </a:p>
        </p:txBody>
      </p:sp>
      <p:pic>
        <p:nvPicPr>
          <p:cNvPr id="13" name="Picture 12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ED8C8305-2EBC-E830-92D2-E963DE7A2B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0"/>
            <a:ext cx="1549400" cy="15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505DA2FE-5A9B-4D0A-76F9-D85DC64439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69166"/>
              </p:ext>
            </p:extLst>
          </p:nvPr>
        </p:nvGraphicFramePr>
        <p:xfrm>
          <a:off x="292100" y="452940"/>
          <a:ext cx="42291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8" name="Picture 17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662CD112-96A0-551D-7268-5ACA8FFD79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9992" y="1711236"/>
            <a:ext cx="4112208" cy="39989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F9149C-F815-5084-CB19-8BB010AF45DF}"/>
              </a:ext>
            </a:extLst>
          </p:cNvPr>
          <p:cNvSpPr txBox="1"/>
          <p:nvPr/>
        </p:nvSpPr>
        <p:spPr>
          <a:xfrm>
            <a:off x="1934547" y="4061774"/>
            <a:ext cx="39841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Why Kubernetes?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33F3C5-59AC-9817-9C55-053DAD26FD6C}"/>
              </a:ext>
            </a:extLst>
          </p:cNvPr>
          <p:cNvSpPr txBox="1"/>
          <p:nvPr/>
        </p:nvSpPr>
        <p:spPr>
          <a:xfrm>
            <a:off x="1934547" y="1915082"/>
            <a:ext cx="39841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What is Kubernetes?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5DE80-5FB5-9AB1-31FF-FB13BBF1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36B73ED-2B22-F6D2-AEFE-7C7587CFC6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0849481"/>
              </p:ext>
            </p:extLst>
          </p:nvPr>
        </p:nvGraphicFramePr>
        <p:xfrm>
          <a:off x="292100" y="452940"/>
          <a:ext cx="42291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595B27-A478-93D5-BC0C-9945F7F6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8" name="Picture 17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9FE33863-1F37-D91B-035A-04E4A2C1B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2840" y="0"/>
            <a:ext cx="1359159" cy="13217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E82DA3-8099-B04A-71DD-F53639FA762E}"/>
              </a:ext>
            </a:extLst>
          </p:cNvPr>
          <p:cNvSpPr txBox="1">
            <a:spLocks/>
          </p:cNvSpPr>
          <p:nvPr/>
        </p:nvSpPr>
        <p:spPr>
          <a:xfrm>
            <a:off x="414563" y="3043647"/>
            <a:ext cx="82908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Why Kubernetes?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ockwell Nova Light" panose="02060303020205020403" pitchFamily="18" charset="0"/>
              </a:rPr>
              <a:t>A new survey conducted by </a:t>
            </a:r>
            <a:r>
              <a:rPr lang="en-US" sz="16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Linux Foundation Research </a:t>
            </a:r>
            <a:r>
              <a:rPr lang="en-US" sz="1600" dirty="0">
                <a:solidFill>
                  <a:schemeClr val="bg1"/>
                </a:solidFill>
                <a:latin typeface="Rockwell Nova Light" panose="02060303020205020403" pitchFamily="18" charset="0"/>
              </a:rPr>
              <a:t>for the </a:t>
            </a:r>
            <a:r>
              <a:rPr lang="en-US" sz="16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Cloud Native Computing Foundation </a:t>
            </a:r>
            <a:r>
              <a:rPr lang="en-US" sz="1600" dirty="0">
                <a:solidFill>
                  <a:schemeClr val="bg1"/>
                </a:solidFill>
                <a:latin typeface="Rockwell Nova Light" panose="02060303020205020403" pitchFamily="18" charset="0"/>
              </a:rPr>
              <a:t>reveals that </a:t>
            </a:r>
            <a:r>
              <a:rPr lang="en-US" sz="16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80%</a:t>
            </a:r>
            <a:r>
              <a:rPr lang="en-US" sz="1600" dirty="0">
                <a:solidFill>
                  <a:schemeClr val="bg1"/>
                </a:solidFill>
                <a:latin typeface="Rockwell Nova Light" panose="02060303020205020403" pitchFamily="18" charset="0"/>
              </a:rPr>
              <a:t> of IT professionals surveyed have deployed Kubernetes in production.</a:t>
            </a:r>
            <a:endParaRPr lang="en-US" sz="1600" b="1" dirty="0">
              <a:solidFill>
                <a:schemeClr val="bg1"/>
              </a:solidFill>
              <a:latin typeface="Rockwell Nova Light" panose="020603030202050204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F707C9-4FC6-E6AD-59C5-A9E79F8F287F}"/>
              </a:ext>
            </a:extLst>
          </p:cNvPr>
          <p:cNvSpPr txBox="1">
            <a:spLocks/>
          </p:cNvSpPr>
          <p:nvPr/>
        </p:nvSpPr>
        <p:spPr>
          <a:xfrm>
            <a:off x="414563" y="1711236"/>
            <a:ext cx="82908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What is Kubernetes?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ockwell Nova Light" panose="02060303020205020403" pitchFamily="18" charset="0"/>
              </a:rPr>
              <a:t>A Container Orchestration System</a:t>
            </a:r>
          </a:p>
        </p:txBody>
      </p:sp>
    </p:spTree>
    <p:extLst>
      <p:ext uri="{BB962C8B-B14F-4D97-AF65-F5344CB8AC3E}">
        <p14:creationId xmlns:p14="http://schemas.microsoft.com/office/powerpoint/2010/main" val="4018447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7521A-F777-C318-4441-11BF1D77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9554FA-A880-027E-C775-9E4BB4F3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306CE7C3-B3BE-1D93-A0EA-9C7B956CB85E}"/>
              </a:ext>
            </a:extLst>
          </p:cNvPr>
          <p:cNvGraphicFramePr/>
          <p:nvPr/>
        </p:nvGraphicFramePr>
        <p:xfrm>
          <a:off x="228599" y="485192"/>
          <a:ext cx="4931230" cy="797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6D231AE-9ED9-B67F-0CAD-273BB10F7B17}"/>
              </a:ext>
            </a:extLst>
          </p:cNvPr>
          <p:cNvSpPr txBox="1"/>
          <p:nvPr/>
        </p:nvSpPr>
        <p:spPr>
          <a:xfrm>
            <a:off x="355600" y="1829138"/>
            <a:ext cx="90776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Rockwell Nova Light" panose="02060303020205020403" pitchFamily="18" charset="0"/>
              </a:rPr>
              <a:t>Modern Kubernetes clusters power most cloud-native applications, but their dynamic, distributed, and fast-changing nature makes them highly vulnerable to cyberattacks. Traditional security systems—such as signature-based IDS and static anomaly detectors—fail in Kubernetes environments because they:</a:t>
            </a:r>
          </a:p>
          <a:p>
            <a:endParaRPr lang="en-US" sz="2000" dirty="0">
              <a:solidFill>
                <a:schemeClr val="bg1"/>
              </a:solidFill>
              <a:latin typeface="Rockwell Nova Light" panose="02060303020205020403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Cannot detect new or zero-day attacks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Produce high false-positive rates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Do not adapt to dynamic workloads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Do not provide proactive defense after detecting an attack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Rockwell Nova Light" panose="020603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Rockwell Nova Light" panose="02060303020205020403" pitchFamily="18" charset="0"/>
              </a:rPr>
              <a:t>As a result, attackers can perform SSRF, privilege escalation, container escape, reconnaissance, and CVE-based exploits without being effectively stopped.</a:t>
            </a:r>
          </a:p>
        </p:txBody>
      </p:sp>
      <p:pic>
        <p:nvPicPr>
          <p:cNvPr id="18" name="Picture 17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47A34777-EA89-4659-653C-D67B18233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1957" y="0"/>
            <a:ext cx="1347343" cy="131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38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200D-30DA-3F46-229F-F9AE1A0C7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3B52C1-53B5-B252-335B-0BC17E68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37B5FB0-CF3A-0BDB-27DE-9717C800E8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426971"/>
              </p:ext>
            </p:extLst>
          </p:nvPr>
        </p:nvGraphicFramePr>
        <p:xfrm>
          <a:off x="139700" y="406400"/>
          <a:ext cx="5308600" cy="80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Picture 20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F4C166D0-BC87-C7F3-F1CA-D71A0DE1C8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2779" y="50800"/>
            <a:ext cx="1283821" cy="12484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E1A9E7-2E66-DBF9-A068-06A44AF05DBC}"/>
              </a:ext>
            </a:extLst>
          </p:cNvPr>
          <p:cNvSpPr txBox="1"/>
          <p:nvPr/>
        </p:nvSpPr>
        <p:spPr>
          <a:xfrm>
            <a:off x="1765300" y="3136612"/>
            <a:ext cx="866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Rockwell Nova Light" panose="02060303020205020403" pitchFamily="18" charset="0"/>
              </a:rPr>
              <a:t>What</a:t>
            </a:r>
            <a:r>
              <a:rPr lang="en-US" sz="3200" dirty="0">
                <a:solidFill>
                  <a:schemeClr val="bg1"/>
                </a:solidFill>
                <a:latin typeface="Rockwell Nova Light" panose="02060303020205020403" pitchFamily="18" charset="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Rockwell Light" panose="020F0502020204030204" pitchFamily="18" charset="0"/>
              </a:rPr>
              <a:t>Were The Traditional Security Solutions?</a:t>
            </a:r>
          </a:p>
        </p:txBody>
      </p:sp>
    </p:spTree>
    <p:extLst>
      <p:ext uri="{BB962C8B-B14F-4D97-AF65-F5344CB8AC3E}">
        <p14:creationId xmlns:p14="http://schemas.microsoft.com/office/powerpoint/2010/main" val="3346756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658BD-1D1B-9B38-8F21-3F67D01D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4569D1-DE24-316A-7C7C-18D70D57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1EAC930-DCBB-AD46-1E92-E0532F88A7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404718"/>
              </p:ext>
            </p:extLst>
          </p:nvPr>
        </p:nvGraphicFramePr>
        <p:xfrm>
          <a:off x="139700" y="406400"/>
          <a:ext cx="5308600" cy="80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Picture 20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7ED423A7-D694-151E-7B7C-5B053F50C8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2779" y="50800"/>
            <a:ext cx="1283821" cy="12484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8B61F4-AD3A-8E86-EAB0-78B60197A23E}"/>
              </a:ext>
            </a:extLst>
          </p:cNvPr>
          <p:cNvSpPr txBox="1"/>
          <p:nvPr/>
        </p:nvSpPr>
        <p:spPr>
          <a:xfrm>
            <a:off x="393700" y="1515149"/>
            <a:ext cx="73025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6072" indent="-576072">
              <a:buSzPts val="32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Signature-based Intrusion Detection Systems (IDS) :</a:t>
            </a:r>
            <a:endParaRPr lang="ar-EG" sz="2400" b="1" dirty="0">
              <a:solidFill>
                <a:schemeClr val="bg1"/>
              </a:solidFill>
              <a:latin typeface="Rockwell Nova Light" panose="02060303020205020403" pitchFamily="18" charset="0"/>
            </a:endParaRPr>
          </a:p>
          <a:p>
            <a:pPr>
              <a:buSzPts val="3200"/>
            </a:pPr>
            <a:endParaRPr lang="en-US" sz="2000" dirty="0">
              <a:solidFill>
                <a:schemeClr val="bg1"/>
              </a:solidFill>
              <a:effectLst/>
              <a:latin typeface="Rockwell Light" panose="02040303020102020203" pitchFamily="18" charset="0"/>
            </a:endParaRPr>
          </a:p>
          <a:p>
            <a:pPr marL="1033272" indent="-576072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Rockwell Nova Light" panose="02060303020205020403" pitchFamily="18" charset="0"/>
              </a:rPr>
              <a:t>They detected attacks using predefined signatures.</a:t>
            </a:r>
            <a:r>
              <a:rPr lang="ar-EG" dirty="0">
                <a:solidFill>
                  <a:schemeClr val="bg1"/>
                </a:solidFill>
                <a:latin typeface="Rockwell Nova Light" panose="02060303020205020403" pitchFamily="18" charset="0"/>
              </a:rPr>
              <a:t> </a:t>
            </a:r>
            <a:endParaRPr lang="en-US" dirty="0">
              <a:solidFill>
                <a:schemeClr val="bg1"/>
              </a:solidFill>
              <a:latin typeface="Rockwell Nova Light" panose="02060303020205020403" pitchFamily="18" charset="0"/>
            </a:endParaRPr>
          </a:p>
          <a:p>
            <a:pPr marL="1033272" indent="-576072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Rockwell Light" panose="02040303020102020203" pitchFamily="18" charset="0"/>
              </a:rPr>
              <a:t>Could not detect new attacks.</a:t>
            </a:r>
          </a:p>
          <a:p>
            <a:pPr marL="1033272" indent="-576072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Rockwell Light" panose="02040303020102020203" pitchFamily="18" charset="0"/>
              </a:rPr>
              <a:t>Not suitable for dynamic Kubernetes traffic.</a:t>
            </a:r>
            <a:r>
              <a:rPr lang="ar-EG" dirty="0">
                <a:solidFill>
                  <a:schemeClr val="bg1"/>
                </a:solidFill>
                <a:latin typeface="Rockwell Light" panose="02040303020102020203" pitchFamily="18" charset="0"/>
              </a:rPr>
              <a:t>	</a:t>
            </a:r>
          </a:p>
          <a:p>
            <a:pPr marL="1033272" indent="-576072" algn="l" rtl="0" eaLnBrk="1" latinLnBrk="0" hangingPunct="1">
              <a:buFont typeface="Arial" panose="020B0604020202020204" pitchFamily="34" charset="0"/>
              <a:buChar char="•"/>
            </a:pPr>
            <a:endParaRPr lang="ar-EG" dirty="0">
              <a:solidFill>
                <a:schemeClr val="bg1"/>
              </a:solidFill>
              <a:effectLst/>
              <a:latin typeface="Rockwell Light" panose="02040303020102020203" pitchFamily="18" charset="0"/>
            </a:endParaRPr>
          </a:p>
          <a:p>
            <a:pPr marL="1033272" indent="-576072" algn="l" rtl="0" eaLnBrk="1" latinLnBrk="0" hangingPunct="1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2D0A6-BA27-20A4-C18A-5D2FA7C2571D}"/>
              </a:ext>
            </a:extLst>
          </p:cNvPr>
          <p:cNvSpPr txBox="1"/>
          <p:nvPr/>
        </p:nvSpPr>
        <p:spPr>
          <a:xfrm>
            <a:off x="431799" y="3827671"/>
            <a:ext cx="662214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ts val="32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Rockwell Light" panose="02040303020102020203" pitchFamily="18" charset="0"/>
              </a:rPr>
              <a:t>Anomaly-based Detection : </a:t>
            </a:r>
          </a:p>
          <a:p>
            <a:pPr>
              <a:buSzPts val="3200"/>
            </a:pPr>
            <a:endParaRPr lang="en-US" sz="2000" dirty="0">
              <a:solidFill>
                <a:schemeClr val="bg1"/>
              </a:solidFill>
              <a:effectLst/>
              <a:latin typeface="Rockwell Light" panose="02040303020102020203" pitchFamily="18" charset="0"/>
            </a:endParaRPr>
          </a:p>
          <a:p>
            <a:pPr marL="1033272" indent="-576072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Rockwell Light" panose="02040303020102020203" pitchFamily="18" charset="0"/>
              </a:rPr>
              <a:t>Learns normal vs abnormal network behaviors using ML models trained offline.</a:t>
            </a:r>
          </a:p>
          <a:p>
            <a:pPr marL="1033272" indent="-576072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Rockwell Light" panose="02040303020102020203" pitchFamily="18" charset="0"/>
              </a:rPr>
              <a:t>High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512418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468E-288C-9B3D-8009-D1E31998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256ABD-B16E-9B5C-EA1B-9F0524C0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0AF9DEA-F4D0-709D-28A6-F9A783FF85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763884"/>
              </p:ext>
            </p:extLst>
          </p:nvPr>
        </p:nvGraphicFramePr>
        <p:xfrm>
          <a:off x="177800" y="406400"/>
          <a:ext cx="2819400" cy="80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108C327-2637-1F95-62DF-310F8C18DA86}"/>
              </a:ext>
            </a:extLst>
          </p:cNvPr>
          <p:cNvSpPr txBox="1"/>
          <p:nvPr/>
        </p:nvSpPr>
        <p:spPr>
          <a:xfrm>
            <a:off x="355600" y="1829138"/>
            <a:ext cx="90043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Rockwell Nova Light" panose="02060303020205020403" pitchFamily="18" charset="0"/>
              </a:rPr>
              <a:t>The objective of this project is to build a simplified, functional prototype of</a:t>
            </a:r>
            <a:r>
              <a:rPr lang="en-US" sz="2400" dirty="0">
                <a:latin typeface="Rockwell Nova Light" panose="02060303020205020403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a real-time threat detection and deception system</a:t>
            </a:r>
            <a:r>
              <a:rPr lang="en-US" sz="2400" dirty="0">
                <a:solidFill>
                  <a:schemeClr val="bg1"/>
                </a:solidFill>
                <a:latin typeface="Rockwell Nova Light" panose="02060303020205020403" pitchFamily="18" charset="0"/>
              </a:rPr>
              <a:t> for a Kubernetes environment.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Rockwell Nova Light" panose="02060303020205020403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Real-time: </a:t>
            </a:r>
            <a:r>
              <a:rPr lang="en-US" sz="2000" dirty="0">
                <a:solidFill>
                  <a:schemeClr val="bg1"/>
                </a:solidFill>
                <a:latin typeface="Rockwell Nova Light" panose="02060303020205020403" pitchFamily="18" charset="0"/>
              </a:rPr>
              <a:t>working/responding in real-time.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Threat detection: </a:t>
            </a:r>
            <a:r>
              <a:rPr lang="en-US" sz="2000" dirty="0">
                <a:solidFill>
                  <a:schemeClr val="bg1"/>
                </a:solidFill>
                <a:latin typeface="Rockwell Nova Light" panose="02060303020205020403" pitchFamily="18" charset="0"/>
              </a:rPr>
              <a:t>a system that detects threats.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Rockwell Nova Light" panose="02060303020205020403" pitchFamily="18" charset="0"/>
              </a:rPr>
              <a:t>Deception: </a:t>
            </a:r>
            <a:r>
              <a:rPr lang="en-US" sz="2000" dirty="0">
                <a:solidFill>
                  <a:schemeClr val="bg1"/>
                </a:solidFill>
                <a:latin typeface="Rockwell Nova Light" panose="02060303020205020403" pitchFamily="18" charset="0"/>
              </a:rPr>
              <a:t>a system that deceives the attacker with a decoy service.</a:t>
            </a:r>
            <a:endParaRPr lang="en-US" dirty="0">
              <a:solidFill>
                <a:schemeClr val="bg1"/>
              </a:solidFill>
              <a:latin typeface="Rockwell Nova Light" panose="02060303020205020403" pitchFamily="18" charset="0"/>
            </a:endParaRPr>
          </a:p>
        </p:txBody>
      </p:sp>
      <p:pic>
        <p:nvPicPr>
          <p:cNvPr id="3" name="Picture 2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3AEC34E1-A1E2-2372-AA23-049EFB2B7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1157" y="0"/>
            <a:ext cx="1410843" cy="137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47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016C8-6046-A25E-7E7E-8FA484BB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092396D-D318-6381-4E01-F73AEB4FF0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169189"/>
              </p:ext>
            </p:extLst>
          </p:nvPr>
        </p:nvGraphicFramePr>
        <p:xfrm>
          <a:off x="304800" y="381000"/>
          <a:ext cx="5435600" cy="825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2730D-7E96-EEF5-F4F1-0727F227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2" name="Picture 1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2219372E-1E89-B13D-7B2D-B2ED0BC28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000" y="0"/>
            <a:ext cx="1384300" cy="1346159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EB7ACB0-6F94-A4F0-661E-9E57296B00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054460"/>
              </p:ext>
            </p:extLst>
          </p:nvPr>
        </p:nvGraphicFramePr>
        <p:xfrm>
          <a:off x="1455576" y="1346159"/>
          <a:ext cx="9339424" cy="4450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504049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7F5E89-0463-4789-B6B8-0F3EF16249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897F5E89-0463-4789-B6B8-0F3EF16249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604BFC-5FAC-4AB2-BB0F-5CFEF1627F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60604BFC-5FAC-4AB2-BB0F-5CFEF1627F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EE74E1-96FC-4234-A9A5-384A4EDD96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2FEE74E1-96FC-4234-A9A5-384A4EDD96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5DE9A5-5A66-4A95-B577-FD97167A38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FF5DE9A5-5A66-4A95-B577-FD97167A38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D962E8-B113-4FBC-BFBD-06B7EE1EB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71D962E8-B113-4FBC-BFBD-06B7EE1EB9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0FB7A3-B37E-4AA7-AB97-80A78217C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C20FB7A3-B37E-4AA7-AB97-80A78217CE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27EDDBC-9334-42D6-9647-F26382ECF5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827EDDBC-9334-42D6-9647-F26382ECF5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5A7C7-7628-C6D3-80EB-4298313D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617EECB-5BB0-5E28-5A6A-7C94AE564E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505607"/>
              </p:ext>
            </p:extLst>
          </p:nvPr>
        </p:nvGraphicFramePr>
        <p:xfrm>
          <a:off x="1873898" y="2333884"/>
          <a:ext cx="8444204" cy="2190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759B8D-61C7-B48E-CBE8-A870EC09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21" name="Picture 20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F8587238-1ADE-C7B9-F7AC-FB4919A84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1538" y="0"/>
            <a:ext cx="141046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97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2CAA-5D8D-2ACA-1ACB-1CEA3AA3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9303A8C-F585-0931-BD33-7A98602CC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497231"/>
              </p:ext>
            </p:extLst>
          </p:nvPr>
        </p:nvGraphicFramePr>
        <p:xfrm>
          <a:off x="203201" y="406400"/>
          <a:ext cx="5404498" cy="825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CB572-2EB9-F627-156E-989BF977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21" name="Picture 20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7F98A255-249F-E9F6-0593-A52D65E752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1538" y="0"/>
            <a:ext cx="1410462" cy="1371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B3EEBB2-A79B-BE1D-0843-E881C386E308}"/>
              </a:ext>
            </a:extLst>
          </p:cNvPr>
          <p:cNvGrpSpPr/>
          <p:nvPr/>
        </p:nvGrpSpPr>
        <p:grpSpPr>
          <a:xfrm>
            <a:off x="1450459" y="2351314"/>
            <a:ext cx="3574149" cy="2608678"/>
            <a:chOff x="1450459" y="2351314"/>
            <a:chExt cx="3574149" cy="2608678"/>
          </a:xfrm>
        </p:grpSpPr>
        <p:pic>
          <p:nvPicPr>
            <p:cNvPr id="18" name="Picture 17" descr="A blue and green container with a white wheel&#10;&#10;AI-generated content may be incorrect.">
              <a:extLst>
                <a:ext uri="{FF2B5EF4-FFF2-40B4-BE49-F238E27FC236}">
                  <a16:creationId xmlns:a16="http://schemas.microsoft.com/office/drawing/2014/main" id="{DE0403E8-2AA6-9D9A-75F0-0D26F8BCA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459" y="2351314"/>
              <a:ext cx="3574149" cy="215537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CE17A77-44B4-12F0-CA9D-3AD5BC3FF850}"/>
                </a:ext>
              </a:extLst>
            </p:cNvPr>
            <p:cNvSpPr txBox="1"/>
            <p:nvPr/>
          </p:nvSpPr>
          <p:spPr>
            <a:xfrm>
              <a:off x="1450459" y="4590660"/>
              <a:ext cx="357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Rockwell Nova Light" panose="02060303020205020403" pitchFamily="18" charset="0"/>
                </a:rPr>
                <a:t>KIND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1D651C6-7FBA-0CAC-909A-B55EFF76C034}"/>
              </a:ext>
            </a:extLst>
          </p:cNvPr>
          <p:cNvGrpSpPr/>
          <p:nvPr/>
        </p:nvGrpSpPr>
        <p:grpSpPr>
          <a:xfrm>
            <a:off x="7695448" y="2351314"/>
            <a:ext cx="2221397" cy="2714425"/>
            <a:chOff x="7695448" y="2351314"/>
            <a:chExt cx="2221397" cy="2714425"/>
          </a:xfrm>
        </p:grpSpPr>
        <p:pic>
          <p:nvPicPr>
            <p:cNvPr id="19" name="Picture 18" descr="A blue and black hexagon with a steering wheel&#10;&#10;AI-generated content may be incorrect.">
              <a:extLst>
                <a:ext uri="{FF2B5EF4-FFF2-40B4-BE49-F238E27FC236}">
                  <a16:creationId xmlns:a16="http://schemas.microsoft.com/office/drawing/2014/main" id="{CBED5DF7-2C5E-B4DC-BB06-F549591E0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49" y="2351314"/>
              <a:ext cx="2221396" cy="215537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7649B35-B074-BD04-5D52-E7BA5FC073E9}"/>
                </a:ext>
              </a:extLst>
            </p:cNvPr>
            <p:cNvSpPr txBox="1"/>
            <p:nvPr/>
          </p:nvSpPr>
          <p:spPr>
            <a:xfrm>
              <a:off x="7695448" y="4696407"/>
              <a:ext cx="2221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  <a:latin typeface="Rockwell Nova Light" panose="02060303020205020403" pitchFamily="18" charset="0"/>
                </a:rPr>
                <a:t>minikube</a:t>
              </a:r>
              <a:endParaRPr lang="en-US" dirty="0">
                <a:solidFill>
                  <a:schemeClr val="bg1"/>
                </a:solidFill>
                <a:latin typeface="Rockwell Nova Light" panose="020603030202050204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7414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0305-CEF0-EA0A-E09B-96121615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4924937-2E25-72E5-3AC7-AAF46ABEE5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5805507"/>
              </p:ext>
            </p:extLst>
          </p:nvPr>
        </p:nvGraphicFramePr>
        <p:xfrm>
          <a:off x="203199" y="406400"/>
          <a:ext cx="5292531" cy="825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FD7F7F-FEA0-D831-1406-FB9015CC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21" name="Picture 20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8E2817A3-E7A6-65C2-721D-839928496A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1538" y="0"/>
            <a:ext cx="1410462" cy="1371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F15ED4B-340F-94A3-FF57-FC9121F98E4E}"/>
              </a:ext>
            </a:extLst>
          </p:cNvPr>
          <p:cNvGrpSpPr/>
          <p:nvPr/>
        </p:nvGrpSpPr>
        <p:grpSpPr>
          <a:xfrm>
            <a:off x="9139369" y="1608412"/>
            <a:ext cx="1585183" cy="2056658"/>
            <a:chOff x="6508832" y="1608080"/>
            <a:chExt cx="1585183" cy="205665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EA3454B-280A-2AFC-4453-4F9FC9298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08832" y="1608080"/>
              <a:ext cx="1585183" cy="158518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02783F-91BA-3AE4-E7FE-6514E6926E62}"/>
                </a:ext>
              </a:extLst>
            </p:cNvPr>
            <p:cNvSpPr txBox="1"/>
            <p:nvPr/>
          </p:nvSpPr>
          <p:spPr>
            <a:xfrm>
              <a:off x="6508832" y="3295406"/>
              <a:ext cx="158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Rockwell Nova Light" panose="02060303020205020403" pitchFamily="18" charset="0"/>
                </a:rPr>
                <a:t>Docker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28A16-0ED9-C446-8AAD-1C22A0BF40D8}"/>
              </a:ext>
            </a:extLst>
          </p:cNvPr>
          <p:cNvGrpSpPr/>
          <p:nvPr/>
        </p:nvGrpSpPr>
        <p:grpSpPr>
          <a:xfrm>
            <a:off x="8833131" y="3374626"/>
            <a:ext cx="2197657" cy="2430900"/>
            <a:chOff x="9054543" y="3722823"/>
            <a:chExt cx="2197657" cy="2430900"/>
          </a:xfrm>
        </p:grpSpPr>
        <p:pic>
          <p:nvPicPr>
            <p:cNvPr id="6" name="Picture 5" descr="A blue cube in a cloud&#10;&#10;AI-generated content may be incorrect.">
              <a:extLst>
                <a:ext uri="{FF2B5EF4-FFF2-40B4-BE49-F238E27FC236}">
                  <a16:creationId xmlns:a16="http://schemas.microsoft.com/office/drawing/2014/main" id="{60B88AA1-4807-4664-54DA-E25AF5984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54544" y="3722823"/>
              <a:ext cx="2197656" cy="24309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139B19-F031-E657-D990-9FA8F0F46BC0}"/>
                </a:ext>
              </a:extLst>
            </p:cNvPr>
            <p:cNvSpPr txBox="1"/>
            <p:nvPr/>
          </p:nvSpPr>
          <p:spPr>
            <a:xfrm>
              <a:off x="9054543" y="5720342"/>
              <a:ext cx="21976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 err="1">
                  <a:solidFill>
                    <a:schemeClr val="bg1"/>
                  </a:solidFill>
                  <a:latin typeface="Rockwell Nova Light" panose="02060303020205020403" pitchFamily="18" charset="0"/>
                </a:rPr>
                <a:t>KSniff</a:t>
              </a:r>
              <a:endParaRPr lang="en-US" b="1" dirty="0">
                <a:solidFill>
                  <a:schemeClr val="bg1"/>
                </a:solidFill>
                <a:latin typeface="Rockwell Nova Light" panose="02060303020205020403" pitchFamily="18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F4A3760-1B5C-EB02-144C-9720D65DDD91}"/>
              </a:ext>
            </a:extLst>
          </p:cNvPr>
          <p:cNvGrpSpPr/>
          <p:nvPr/>
        </p:nvGrpSpPr>
        <p:grpSpPr>
          <a:xfrm>
            <a:off x="922265" y="3823619"/>
            <a:ext cx="1704674" cy="2074005"/>
            <a:chOff x="3331118" y="3666981"/>
            <a:chExt cx="1704674" cy="2074005"/>
          </a:xfrm>
        </p:grpSpPr>
        <p:pic>
          <p:nvPicPr>
            <p:cNvPr id="9" name="Picture 8" descr="A blue hexagon with white text and a cloud with arrow&#10;&#10;AI-generated content may be incorrect.">
              <a:extLst>
                <a:ext uri="{FF2B5EF4-FFF2-40B4-BE49-F238E27FC236}">
                  <a16:creationId xmlns:a16="http://schemas.microsoft.com/office/drawing/2014/main" id="{FF1B413A-4CBC-EB13-F8EE-977B4D61C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31119" y="3666981"/>
              <a:ext cx="1704673" cy="170467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3E3C49-0FF2-0601-40EE-F32F85F5DDA0}"/>
                </a:ext>
              </a:extLst>
            </p:cNvPr>
            <p:cNvSpPr txBox="1"/>
            <p:nvPr/>
          </p:nvSpPr>
          <p:spPr>
            <a:xfrm>
              <a:off x="3331118" y="5371654"/>
              <a:ext cx="1704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chemeClr val="bg1"/>
                  </a:solidFill>
                  <a:latin typeface="Rockwell Nova Light" panose="02060303020205020403" pitchFamily="18" charset="0"/>
                </a:rPr>
                <a:t>KServe</a:t>
              </a:r>
              <a:endParaRPr lang="en-US" b="1" dirty="0">
                <a:solidFill>
                  <a:schemeClr val="bg1"/>
                </a:solidFill>
                <a:latin typeface="Rockwell Nova Light" panose="02060303020205020403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D0D84B-7FF6-E406-2994-065A5F5885FB}"/>
              </a:ext>
            </a:extLst>
          </p:cNvPr>
          <p:cNvGrpSpPr/>
          <p:nvPr/>
        </p:nvGrpSpPr>
        <p:grpSpPr>
          <a:xfrm>
            <a:off x="98201" y="1521919"/>
            <a:ext cx="3352800" cy="2143151"/>
            <a:chOff x="0" y="1557093"/>
            <a:chExt cx="3352800" cy="2143151"/>
          </a:xfrm>
        </p:grpSpPr>
        <p:pic>
          <p:nvPicPr>
            <p:cNvPr id="18" name="Picture 17" descr="A blue hexagon with a white wheel&#10;&#10;AI-generated content may be incorrect.">
              <a:extLst>
                <a:ext uri="{FF2B5EF4-FFF2-40B4-BE49-F238E27FC236}">
                  <a16:creationId xmlns:a16="http://schemas.microsoft.com/office/drawing/2014/main" id="{F5CA2252-D353-7A09-ECD1-1D4480646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0" y="1557093"/>
              <a:ext cx="3352800" cy="201168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906872F-6989-47A2-AF7E-8B4059B06B63}"/>
                </a:ext>
              </a:extLst>
            </p:cNvPr>
            <p:cNvSpPr txBox="1"/>
            <p:nvPr/>
          </p:nvSpPr>
          <p:spPr>
            <a:xfrm>
              <a:off x="1071106" y="3330912"/>
              <a:ext cx="1000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chemeClr val="bg1"/>
                  </a:solidFill>
                  <a:latin typeface="Rockwell Nova Light" panose="02060303020205020403" pitchFamily="18" charset="0"/>
                </a:rPr>
                <a:t>kubectl</a:t>
              </a:r>
              <a:endParaRPr lang="en-US" b="1" dirty="0">
                <a:solidFill>
                  <a:schemeClr val="bg1"/>
                </a:solidFill>
                <a:latin typeface="Rockwell Nova Light" panose="02060303020205020403" pitchFamily="18" charset="0"/>
              </a:endParaRPr>
            </a:p>
          </p:txBody>
        </p:sp>
      </p:grpSp>
      <p:pic>
        <p:nvPicPr>
          <p:cNvPr id="4" name="Picture 3" descr="A black and white logo">
            <a:extLst>
              <a:ext uri="{FF2B5EF4-FFF2-40B4-BE49-F238E27FC236}">
                <a16:creationId xmlns:a16="http://schemas.microsoft.com/office/drawing/2014/main" id="{E8F7BF3B-6169-BEE9-4B66-93756847CD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846" y="2933550"/>
            <a:ext cx="5174167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82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73F75-8B5B-31FD-758D-3F31A70F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931FB26-70AC-3E2B-7DCD-884AC83DC6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719412"/>
              </p:ext>
            </p:extLst>
          </p:nvPr>
        </p:nvGraphicFramePr>
        <p:xfrm>
          <a:off x="247044" y="414134"/>
          <a:ext cx="3474056" cy="643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689EEB-EB98-6102-01FF-C6A54809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0AB35D-CB35-BC9F-24E1-E87278CC6AC2}"/>
              </a:ext>
            </a:extLst>
          </p:cNvPr>
          <p:cNvSpPr/>
          <p:nvPr/>
        </p:nvSpPr>
        <p:spPr>
          <a:xfrm>
            <a:off x="721567" y="1206499"/>
            <a:ext cx="10748866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28A1D7-1A8D-A4D4-A72B-446D8426FDD1}"/>
              </a:ext>
            </a:extLst>
          </p:cNvPr>
          <p:cNvSpPr/>
          <p:nvPr/>
        </p:nvSpPr>
        <p:spPr>
          <a:xfrm>
            <a:off x="721567" y="1863267"/>
            <a:ext cx="10748866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A3448D-7898-9DA3-8CAE-0CB7C88AB195}"/>
              </a:ext>
            </a:extLst>
          </p:cNvPr>
          <p:cNvSpPr/>
          <p:nvPr/>
        </p:nvSpPr>
        <p:spPr>
          <a:xfrm>
            <a:off x="721567" y="2520035"/>
            <a:ext cx="10748866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897E1A-9D86-8D4D-3DF3-080770A75660}"/>
              </a:ext>
            </a:extLst>
          </p:cNvPr>
          <p:cNvSpPr/>
          <p:nvPr/>
        </p:nvSpPr>
        <p:spPr>
          <a:xfrm>
            <a:off x="721567" y="3176803"/>
            <a:ext cx="10748866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4C4A81-76CE-191C-359B-B7F51079C9DD}"/>
              </a:ext>
            </a:extLst>
          </p:cNvPr>
          <p:cNvSpPr/>
          <p:nvPr/>
        </p:nvSpPr>
        <p:spPr>
          <a:xfrm>
            <a:off x="721567" y="3833571"/>
            <a:ext cx="10748866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7F3B01-0B5C-CF64-1035-96B371E7E11B}"/>
              </a:ext>
            </a:extLst>
          </p:cNvPr>
          <p:cNvSpPr/>
          <p:nvPr/>
        </p:nvSpPr>
        <p:spPr>
          <a:xfrm>
            <a:off x="721567" y="4490339"/>
            <a:ext cx="10748866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EE0247-D4D4-F0B2-9E46-5FF4C89F2379}"/>
              </a:ext>
            </a:extLst>
          </p:cNvPr>
          <p:cNvSpPr/>
          <p:nvPr/>
        </p:nvSpPr>
        <p:spPr>
          <a:xfrm>
            <a:off x="721567" y="5147107"/>
            <a:ext cx="10748866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4AB33B-565E-EEB0-D49F-7032D811B3F6}"/>
              </a:ext>
            </a:extLst>
          </p:cNvPr>
          <p:cNvSpPr/>
          <p:nvPr/>
        </p:nvSpPr>
        <p:spPr>
          <a:xfrm>
            <a:off x="721567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Sep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3C33B0-0FD2-62A2-E235-BC72C976A594}"/>
              </a:ext>
            </a:extLst>
          </p:cNvPr>
          <p:cNvSpPr/>
          <p:nvPr/>
        </p:nvSpPr>
        <p:spPr>
          <a:xfrm>
            <a:off x="1796458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CEE00CA-BEA9-FFAA-1F5B-E209761693AF}"/>
              </a:ext>
            </a:extLst>
          </p:cNvPr>
          <p:cNvSpPr/>
          <p:nvPr/>
        </p:nvSpPr>
        <p:spPr>
          <a:xfrm>
            <a:off x="2871330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E5E50C7-8EF3-971A-4C1F-07BEF8A17D23}"/>
              </a:ext>
            </a:extLst>
          </p:cNvPr>
          <p:cNvSpPr/>
          <p:nvPr/>
        </p:nvSpPr>
        <p:spPr>
          <a:xfrm>
            <a:off x="3946227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844E832-3A77-F856-9F61-08A2D6F93614}"/>
              </a:ext>
            </a:extLst>
          </p:cNvPr>
          <p:cNvSpPr/>
          <p:nvPr/>
        </p:nvSpPr>
        <p:spPr>
          <a:xfrm>
            <a:off x="5021113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77E0F9A-2573-0CB8-16F1-599B3CF2587E}"/>
              </a:ext>
            </a:extLst>
          </p:cNvPr>
          <p:cNvSpPr/>
          <p:nvPr/>
        </p:nvSpPr>
        <p:spPr>
          <a:xfrm>
            <a:off x="6096005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Feb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83E11A5-84CD-0564-C9EB-B1618089AC78}"/>
              </a:ext>
            </a:extLst>
          </p:cNvPr>
          <p:cNvSpPr/>
          <p:nvPr/>
        </p:nvSpPr>
        <p:spPr>
          <a:xfrm>
            <a:off x="7170876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8426643-B9AD-5AB8-EBC7-962534E6C040}"/>
              </a:ext>
            </a:extLst>
          </p:cNvPr>
          <p:cNvSpPr/>
          <p:nvPr/>
        </p:nvSpPr>
        <p:spPr>
          <a:xfrm>
            <a:off x="8245774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D3B2341-A344-901B-3FAB-F88D8F25EE49}"/>
              </a:ext>
            </a:extLst>
          </p:cNvPr>
          <p:cNvSpPr/>
          <p:nvPr/>
        </p:nvSpPr>
        <p:spPr>
          <a:xfrm>
            <a:off x="9320658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C31DEC5-3770-7D6F-D0BA-87991AD01FC0}"/>
              </a:ext>
            </a:extLst>
          </p:cNvPr>
          <p:cNvSpPr/>
          <p:nvPr/>
        </p:nvSpPr>
        <p:spPr>
          <a:xfrm>
            <a:off x="10395532" y="6173186"/>
            <a:ext cx="1074877" cy="425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13C52B9-F025-C13E-AAF9-C957A8ED28E3}"/>
              </a:ext>
            </a:extLst>
          </p:cNvPr>
          <p:cNvGrpSpPr/>
          <p:nvPr/>
        </p:nvGrpSpPr>
        <p:grpSpPr>
          <a:xfrm>
            <a:off x="1796454" y="1206499"/>
            <a:ext cx="8599096" cy="5391755"/>
            <a:chOff x="1796454" y="1428750"/>
            <a:chExt cx="8599096" cy="5391755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E94D2FD-CFA4-86CF-801F-81F2A17BF5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6207" y="1428750"/>
              <a:ext cx="21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205BFAC-7F69-202D-010C-E1787C5E8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70876" y="1428750"/>
              <a:ext cx="13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736E6F7-C2B1-0B65-8AAB-8F7EC70E5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0651" y="1428750"/>
              <a:ext cx="12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BD7402-1D2C-B2A1-CF82-403BA89A43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1072" y="1428750"/>
              <a:ext cx="43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24671C0-2CDE-FA2B-9EAC-B6F2FA6BB912}"/>
                </a:ext>
              </a:extLst>
            </p:cNvPr>
            <p:cNvCxnSpPr>
              <a:cxnSpLocks/>
            </p:cNvCxnSpPr>
            <p:nvPr/>
          </p:nvCxnSpPr>
          <p:spPr>
            <a:xfrm>
              <a:off x="2871341" y="1428750"/>
              <a:ext cx="0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053B25-9C25-D6EF-0A2F-D38F56822C57}"/>
                </a:ext>
              </a:extLst>
            </p:cNvPr>
            <p:cNvCxnSpPr>
              <a:cxnSpLocks/>
            </p:cNvCxnSpPr>
            <p:nvPr/>
          </p:nvCxnSpPr>
          <p:spPr>
            <a:xfrm>
              <a:off x="1796454" y="1428750"/>
              <a:ext cx="0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00516A-5496-3D1E-CA95-1074B059407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2" y="1428750"/>
              <a:ext cx="0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3E48123-D747-0006-BF7C-976A4F0F68D5}"/>
                </a:ext>
              </a:extLst>
            </p:cNvPr>
            <p:cNvCxnSpPr>
              <a:cxnSpLocks/>
            </p:cNvCxnSpPr>
            <p:nvPr/>
          </p:nvCxnSpPr>
          <p:spPr>
            <a:xfrm>
              <a:off x="8245776" y="1428750"/>
              <a:ext cx="0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2A856E-E5E9-83FB-A113-30C7BFE0B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95532" y="1428750"/>
              <a:ext cx="18" cy="5391755"/>
            </a:xfrm>
            <a:prstGeom prst="line">
              <a:avLst/>
            </a:prstGeom>
            <a:ln w="50800" cap="rnd">
              <a:solidFill>
                <a:schemeClr val="bg1">
                  <a:alpha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0414BBE-EE4D-E0FB-9EA4-D1DEC816A289}"/>
              </a:ext>
            </a:extLst>
          </p:cNvPr>
          <p:cNvSpPr/>
          <p:nvPr/>
        </p:nvSpPr>
        <p:spPr>
          <a:xfrm>
            <a:off x="721565" y="1199766"/>
            <a:ext cx="1926382" cy="4250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ckwell Nova Light" panose="02060303020205020403" pitchFamily="18" charset="0"/>
              </a:rPr>
              <a:t>Researching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B55AADB-4639-6054-699D-71E84590FF60}"/>
              </a:ext>
            </a:extLst>
          </p:cNvPr>
          <p:cNvSpPr/>
          <p:nvPr/>
        </p:nvSpPr>
        <p:spPr>
          <a:xfrm>
            <a:off x="2557282" y="1863267"/>
            <a:ext cx="2463655" cy="4250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ckwell Nova Light" panose="02060303020205020403" pitchFamily="18" charset="0"/>
              </a:rPr>
              <a:t>Learning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2CABD92-AFD1-2F31-A00A-8C09AF3F0A6C}"/>
              </a:ext>
            </a:extLst>
          </p:cNvPr>
          <p:cNvSpPr/>
          <p:nvPr/>
        </p:nvSpPr>
        <p:spPr>
          <a:xfrm>
            <a:off x="3333755" y="2512961"/>
            <a:ext cx="1686873" cy="4250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ckwell Nova Light" panose="02060303020205020403" pitchFamily="18" charset="0"/>
              </a:rPr>
              <a:t>Planning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EF45902-02E8-A458-E977-188B80B30CE4}"/>
              </a:ext>
            </a:extLst>
          </p:cNvPr>
          <p:cNvSpPr/>
          <p:nvPr/>
        </p:nvSpPr>
        <p:spPr>
          <a:xfrm>
            <a:off x="5020936" y="3176803"/>
            <a:ext cx="4299671" cy="4250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ckwell Nova Light" panose="02060303020205020403" pitchFamily="18" charset="0"/>
              </a:rPr>
              <a:t>Implementation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E7AAEE-497E-16DA-BBF0-3A34FB0244FD}"/>
              </a:ext>
            </a:extLst>
          </p:cNvPr>
          <p:cNvSpPr/>
          <p:nvPr/>
        </p:nvSpPr>
        <p:spPr>
          <a:xfrm>
            <a:off x="8134752" y="3833570"/>
            <a:ext cx="1296919" cy="4250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ckwell Nova Light" panose="02060303020205020403" pitchFamily="18" charset="0"/>
              </a:rPr>
              <a:t>Integration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EA50D9-EF19-F3A3-5C54-AEC2B1405EC8}"/>
              </a:ext>
            </a:extLst>
          </p:cNvPr>
          <p:cNvSpPr/>
          <p:nvPr/>
        </p:nvSpPr>
        <p:spPr>
          <a:xfrm>
            <a:off x="7170874" y="4490337"/>
            <a:ext cx="3224641" cy="4250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ckwell Nova Light" panose="02060303020205020403" pitchFamily="18" charset="0"/>
              </a:rPr>
              <a:t>Testing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3449CED-0EC8-96B6-7A51-B7F9B941A709}"/>
              </a:ext>
            </a:extLst>
          </p:cNvPr>
          <p:cNvSpPr/>
          <p:nvPr/>
        </p:nvSpPr>
        <p:spPr>
          <a:xfrm>
            <a:off x="721567" y="5803874"/>
            <a:ext cx="10748866" cy="4250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Rockwell Nova Light" panose="02060303020205020403" pitchFamily="18" charset="0"/>
              </a:rPr>
              <a:t>Documentation</a:t>
            </a:r>
          </a:p>
        </p:txBody>
      </p:sp>
      <p:pic>
        <p:nvPicPr>
          <p:cNvPr id="2" name="Picture 1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3D33E0F3-9B3C-AA04-C71F-2D45F732C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9891" y="43067"/>
            <a:ext cx="1152109" cy="112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03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4304-C014-50DA-1B2D-BC8F95A9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0E4CB0D-2C02-D0D0-EE8E-6E61C9678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3360043"/>
              </p:ext>
            </p:extLst>
          </p:nvPr>
        </p:nvGraphicFramePr>
        <p:xfrm>
          <a:off x="304800" y="381000"/>
          <a:ext cx="3467100" cy="825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BC1FD-6D11-3126-C19D-5DFB1A2F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2" name="Picture 1" descr="A white wheel on a blue hexagon&#10;&#10;AI-generated content may be incorrect.">
            <a:extLst>
              <a:ext uri="{FF2B5EF4-FFF2-40B4-BE49-F238E27FC236}">
                <a16:creationId xmlns:a16="http://schemas.microsoft.com/office/drawing/2014/main" id="{08FD012D-56E4-4FE2-8087-81081D9BA6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7658" y="0"/>
            <a:ext cx="1384342" cy="134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33DEC9-22DA-720D-FFF5-51D095209BBC}"/>
              </a:ext>
            </a:extLst>
          </p:cNvPr>
          <p:cNvSpPr txBox="1"/>
          <p:nvPr/>
        </p:nvSpPr>
        <p:spPr>
          <a:xfrm>
            <a:off x="558800" y="2122477"/>
            <a:ext cx="11099800" cy="341632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Kubernetes. (2019). 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Production-Grade Container Orchestration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Kubernetes.io.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https://kubernetes.io/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Docker. (2024). 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Application Container Platform | Docker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Docker.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https://www.docker.com/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Aly, A., Hamad, A. M., Al-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Qutt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&amp; Fayez, M. (2025). Real-time multi-class threat detection and adaptive deception in Kubernetes environments. 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https://doi.org/10.1038/s41598-025-91606-8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Staff, S. (2025, April 8). 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CNCF survey reveals widespread Kubernetes adoption, growing reliance on cloud-native technologies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SC Media. https://www.scworld.com/brief/cncf-survey-reveals-widespread-kubernetes-adoption-growing-reliance-on-cloud-native-technologies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Critelli, “Capture packets in Kubernetes with this open source tool,” Red Hat Blog, May 2 2022. Available: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https://www.redhat.com/en/blog/capture-packets-kubernetes-ksniff</a:t>
            </a:r>
            <a:endParaRPr lang="en-US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KServe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(2025). Github.io.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https://kserve.github.io/website/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Command line tool (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| Kubernetes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tool (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(n.d.). Kubernetes. https://kubernetes.io/docs/reference/kubectl/</a:t>
            </a:r>
          </a:p>
        </p:txBody>
      </p:sp>
    </p:spTree>
    <p:extLst>
      <p:ext uri="{BB962C8B-B14F-4D97-AF65-F5344CB8AC3E}">
        <p14:creationId xmlns:p14="http://schemas.microsoft.com/office/powerpoint/2010/main" val="2594834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58612-9A4C-968F-AF20-C4962BCD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941D-E3A7-B8D6-7B4B-BD67115EC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5328" y="2807208"/>
            <a:ext cx="5272958" cy="1243584"/>
          </a:xfrm>
        </p:spPr>
        <p:txBody>
          <a:bodyPr/>
          <a:lstStyle/>
          <a:p>
            <a:pPr algn="ctr"/>
            <a:r>
              <a:rPr lang="en-US" sz="9600" dirty="0">
                <a:latin typeface="Rockwell Nova Light" panose="02060303020205020403" pitchFamily="18" charset="0"/>
              </a:rPr>
              <a:t>Thank You </a:t>
            </a:r>
            <a:endParaRPr lang="en-GB" sz="9600" dirty="0">
              <a:latin typeface="Rockwell Nova Light" panose="020603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66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539E504C4274FAF3F2DADE367B545" ma:contentTypeVersion="8" ma:contentTypeDescription="Create a new document." ma:contentTypeScope="" ma:versionID="22721142a3bc6d4161c1c43178e7a983">
  <xsd:schema xmlns:xsd="http://www.w3.org/2001/XMLSchema" xmlns:xs="http://www.w3.org/2001/XMLSchema" xmlns:p="http://schemas.microsoft.com/office/2006/metadata/properties" xmlns:ns3="31b13290-64c7-4dd1-908d-4f2704deb8b4" xmlns:ns4="50f554d7-f631-404a-9dc5-b6762a17407f" targetNamespace="http://schemas.microsoft.com/office/2006/metadata/properties" ma:root="true" ma:fieldsID="595b781d11982755a739fd819b6f0e0d" ns3:_="" ns4:_="">
    <xsd:import namespace="31b13290-64c7-4dd1-908d-4f2704deb8b4"/>
    <xsd:import namespace="50f554d7-f631-404a-9dc5-b6762a1740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b13290-64c7-4dd1-908d-4f2704deb8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f554d7-f631-404a-9dc5-b6762a17407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31b13290-64c7-4dd1-908d-4f2704deb8b4"/>
    <ds:schemaRef ds:uri="http://schemas.openxmlformats.org/package/2006/metadata/core-properties"/>
    <ds:schemaRef ds:uri="50f554d7-f631-404a-9dc5-b6762a17407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5271A49-F85B-4135-A6B6-E5977B567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b13290-64c7-4dd1-908d-4f2704deb8b4"/>
    <ds:schemaRef ds:uri="50f554d7-f631-404a-9dc5-b6762a1740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1352</TotalTime>
  <Words>608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Courier New</vt:lpstr>
      <vt:lpstr>Rockwell Light</vt:lpstr>
      <vt:lpstr>Rockwell Nova Light</vt:lpstr>
      <vt:lpstr>Times New Roman</vt:lpstr>
      <vt:lpstr>Trade Gothic LT Pro</vt:lpstr>
      <vt:lpstr>Trebuchet MS</vt:lpstr>
      <vt:lpstr>Wingdings</vt:lpstr>
      <vt:lpstr>Office Theme</vt:lpstr>
      <vt:lpstr>Kubernetes Cybersecurity Defense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شيماء ربيع عويس عبد المولى</dc:creator>
  <cp:lastModifiedBy>loai ahmed</cp:lastModifiedBy>
  <cp:revision>20</cp:revision>
  <dcterms:created xsi:type="dcterms:W3CDTF">2025-11-18T14:47:35Z</dcterms:created>
  <dcterms:modified xsi:type="dcterms:W3CDTF">2025-11-20T10:12:35Z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0x010100416539E504C4274FAF3F2DADE367B545</vt:lpwstr>
  </property>
</Properties>
</file>